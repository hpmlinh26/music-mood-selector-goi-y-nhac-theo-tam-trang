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4"/>
  </p:sldMasterIdLst>
  <p:notesMasterIdLst>
    <p:notesMasterId r:id="rId24"/>
  </p:notesMasterIdLst>
  <p:sldIdLst>
    <p:sldId id="256" r:id="rId5"/>
    <p:sldId id="297" r:id="rId6"/>
    <p:sldId id="258" r:id="rId7"/>
    <p:sldId id="263" r:id="rId8"/>
    <p:sldId id="302" r:id="rId9"/>
    <p:sldId id="359" r:id="rId10"/>
    <p:sldId id="298" r:id="rId11"/>
    <p:sldId id="353" r:id="rId12"/>
    <p:sldId id="357" r:id="rId13"/>
    <p:sldId id="299" r:id="rId14"/>
    <p:sldId id="355" r:id="rId15"/>
    <p:sldId id="354" r:id="rId16"/>
    <p:sldId id="356" r:id="rId17"/>
    <p:sldId id="358" r:id="rId18"/>
    <p:sldId id="360" r:id="rId19"/>
    <p:sldId id="300" r:id="rId20"/>
    <p:sldId id="361" r:id="rId21"/>
    <p:sldId id="362" r:id="rId22"/>
    <p:sldId id="268" r:id="rId23"/>
  </p:sldIdLst>
  <p:sldSz cx="12192000" cy="6858000"/>
  <p:notesSz cx="6858000" cy="9144000"/>
  <p:embeddedFontLst>
    <p:embeddedFont>
      <p:font typeface="#9Slide01 Noi dung ngan" panose="00000600000000000000" pitchFamily="2" charset="0"/>
      <p:regular r:id="rId25"/>
    </p:embeddedFont>
    <p:embeddedFont>
      <p:font typeface="Abadi" panose="020B06040201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5E8F"/>
    <a:srgbClr val="00CFCC"/>
    <a:srgbClr val="ECECE5"/>
    <a:srgbClr val="F64975"/>
    <a:srgbClr val="002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8669AC-01EA-4869-96C9-D3B1E0068207}">
  <a:tblStyle styleId="{898669AC-01EA-4869-96C9-D3B1E00682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11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>
          <a:extLst>
            <a:ext uri="{FF2B5EF4-FFF2-40B4-BE49-F238E27FC236}">
              <a16:creationId xmlns:a16="http://schemas.microsoft.com/office/drawing/2014/main" id="{AA7AF8F8-FE6A-ECA2-BA0F-2EAFA7EA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>
            <a:extLst>
              <a:ext uri="{FF2B5EF4-FFF2-40B4-BE49-F238E27FC236}">
                <a16:creationId xmlns:a16="http://schemas.microsoft.com/office/drawing/2014/main" id="{EC51EC85-D376-730F-15B4-A3FE2E238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>
            <a:extLst>
              <a:ext uri="{FF2B5EF4-FFF2-40B4-BE49-F238E27FC236}">
                <a16:creationId xmlns:a16="http://schemas.microsoft.com/office/drawing/2014/main" id="{2438B044-EF82-2E44-C582-C73BC1C34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931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>
          <a:extLst>
            <a:ext uri="{FF2B5EF4-FFF2-40B4-BE49-F238E27FC236}">
              <a16:creationId xmlns:a16="http://schemas.microsoft.com/office/drawing/2014/main" id="{6C683F75-4F3A-ABB3-F856-2C5150D72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>
            <a:extLst>
              <a:ext uri="{FF2B5EF4-FFF2-40B4-BE49-F238E27FC236}">
                <a16:creationId xmlns:a16="http://schemas.microsoft.com/office/drawing/2014/main" id="{52430115-B48E-F7E0-D905-5E84826E6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>
            <a:extLst>
              <a:ext uri="{FF2B5EF4-FFF2-40B4-BE49-F238E27FC236}">
                <a16:creationId xmlns:a16="http://schemas.microsoft.com/office/drawing/2014/main" id="{71C1ED8F-812C-63D5-243A-BC039560E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394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3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>
          <a:extLst>
            <a:ext uri="{FF2B5EF4-FFF2-40B4-BE49-F238E27FC236}">
              <a16:creationId xmlns:a16="http://schemas.microsoft.com/office/drawing/2014/main" id="{1398A432-30A4-51BD-02A9-82098D90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>
            <a:extLst>
              <a:ext uri="{FF2B5EF4-FFF2-40B4-BE49-F238E27FC236}">
                <a16:creationId xmlns:a16="http://schemas.microsoft.com/office/drawing/2014/main" id="{E2896213-DEB0-21DD-27F0-2514C747A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>
            <a:extLst>
              <a:ext uri="{FF2B5EF4-FFF2-40B4-BE49-F238E27FC236}">
                <a16:creationId xmlns:a16="http://schemas.microsoft.com/office/drawing/2014/main" id="{8DF11C54-F4FF-0C0B-1A55-DE9B17A2C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073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70d13569c7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70d13569c7_2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413942" y="1544851"/>
            <a:ext cx="161597" cy="161912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" name="Google Shape;12;p2"/>
          <p:cNvSpPr/>
          <p:nvPr/>
        </p:nvSpPr>
        <p:spPr>
          <a:xfrm>
            <a:off x="10399654" y="1221412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4" name="Google Shape;14;p2"/>
          <p:cNvSpPr/>
          <p:nvPr/>
        </p:nvSpPr>
        <p:spPr>
          <a:xfrm>
            <a:off x="11613364" y="6428661"/>
            <a:ext cx="130745" cy="131060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5" name="Google Shape;15;p2"/>
          <p:cNvSpPr/>
          <p:nvPr/>
        </p:nvSpPr>
        <p:spPr>
          <a:xfrm>
            <a:off x="367559" y="2076080"/>
            <a:ext cx="77112" cy="767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6" name="Google Shape;16;p2"/>
          <p:cNvSpPr/>
          <p:nvPr/>
        </p:nvSpPr>
        <p:spPr>
          <a:xfrm>
            <a:off x="11018231" y="3938241"/>
            <a:ext cx="138781" cy="139096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1" name="Google Shape;21;p2"/>
          <p:cNvSpPr/>
          <p:nvPr/>
        </p:nvSpPr>
        <p:spPr>
          <a:xfrm>
            <a:off x="11314661" y="2152844"/>
            <a:ext cx="107336" cy="107301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22" name="Google Shape;22;p2"/>
          <p:cNvGrpSpPr/>
          <p:nvPr/>
        </p:nvGrpSpPr>
        <p:grpSpPr>
          <a:xfrm>
            <a:off x="4120995" y="-711543"/>
            <a:ext cx="130745" cy="1530128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6523694" y="-453482"/>
            <a:ext cx="161563" cy="1013993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334157" y="3203069"/>
            <a:ext cx="251533" cy="3291139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34" name="Google Shape;34;p2"/>
          <p:cNvSpPr/>
          <p:nvPr/>
        </p:nvSpPr>
        <p:spPr>
          <a:xfrm>
            <a:off x="862484" y="28595"/>
            <a:ext cx="11286" cy="2252092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35" name="Google Shape;35;p2"/>
          <p:cNvGrpSpPr/>
          <p:nvPr/>
        </p:nvGrpSpPr>
        <p:grpSpPr>
          <a:xfrm>
            <a:off x="2718253" y="231878"/>
            <a:ext cx="76799" cy="1109065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4167EEC-CA48-EA42-B901-E56267A3AB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674" y="100678"/>
            <a:ext cx="1620000" cy="459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2716000" y="1995200"/>
            <a:ext cx="6760000" cy="28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latin typeface="#9Slide01 Noi dung ngan" panose="000006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119" name="Google Shape;119;p8"/>
          <p:cNvSpPr/>
          <p:nvPr/>
        </p:nvSpPr>
        <p:spPr>
          <a:xfrm>
            <a:off x="1413942" y="1544851"/>
            <a:ext cx="161597" cy="161912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0" name="Google Shape;120;p8"/>
          <p:cNvSpPr/>
          <p:nvPr/>
        </p:nvSpPr>
        <p:spPr>
          <a:xfrm>
            <a:off x="10399654" y="1221412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2" name="Google Shape;122;p8"/>
          <p:cNvSpPr/>
          <p:nvPr/>
        </p:nvSpPr>
        <p:spPr>
          <a:xfrm>
            <a:off x="367559" y="2076080"/>
            <a:ext cx="77112" cy="767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3" name="Google Shape;123;p8"/>
          <p:cNvSpPr/>
          <p:nvPr/>
        </p:nvSpPr>
        <p:spPr>
          <a:xfrm>
            <a:off x="3077177" y="4003181"/>
            <a:ext cx="138781" cy="139096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4" name="Google Shape;124;p8"/>
          <p:cNvSpPr/>
          <p:nvPr/>
        </p:nvSpPr>
        <p:spPr>
          <a:xfrm>
            <a:off x="11018231" y="3938241"/>
            <a:ext cx="138781" cy="139096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29" name="Google Shape;129;p8"/>
          <p:cNvSpPr/>
          <p:nvPr/>
        </p:nvSpPr>
        <p:spPr>
          <a:xfrm>
            <a:off x="11314661" y="2152844"/>
            <a:ext cx="107336" cy="107301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30" name="Google Shape;130;p8"/>
          <p:cNvSpPr/>
          <p:nvPr/>
        </p:nvSpPr>
        <p:spPr>
          <a:xfrm>
            <a:off x="8390673" y="1114147"/>
            <a:ext cx="107301" cy="107301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31" name="Google Shape;131;p8"/>
          <p:cNvSpPr/>
          <p:nvPr/>
        </p:nvSpPr>
        <p:spPr>
          <a:xfrm>
            <a:off x="2371339" y="2875705"/>
            <a:ext cx="159991" cy="159955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132" name="Google Shape;132;p8"/>
          <p:cNvGrpSpPr/>
          <p:nvPr/>
        </p:nvGrpSpPr>
        <p:grpSpPr>
          <a:xfrm>
            <a:off x="4120995" y="-711543"/>
            <a:ext cx="130745" cy="1530128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6523694" y="-453482"/>
            <a:ext cx="161563" cy="1013993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9290448" y="113921"/>
            <a:ext cx="177669" cy="2603169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334157" y="3203069"/>
            <a:ext cx="251533" cy="3291139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1309891" y="2260130"/>
            <a:ext cx="265649" cy="3771913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862484" y="28595"/>
            <a:ext cx="11286" cy="2252092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718253" y="231878"/>
            <a:ext cx="76799" cy="1109065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0677463" y="2811882"/>
            <a:ext cx="265334" cy="2853025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3602692" y="1544868"/>
            <a:ext cx="161597" cy="161912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158" name="Google Shape;158;p8"/>
          <p:cNvGrpSpPr/>
          <p:nvPr/>
        </p:nvGrpSpPr>
        <p:grpSpPr>
          <a:xfrm>
            <a:off x="5460197" y="-1146253"/>
            <a:ext cx="265334" cy="2853025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8444381" y="4939921"/>
            <a:ext cx="177669" cy="2603169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3602695" y="4817019"/>
            <a:ext cx="161563" cy="1013993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7386031" y="6022291"/>
            <a:ext cx="138781" cy="139096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168" name="Google Shape;168;p8"/>
          <p:cNvSpPr/>
          <p:nvPr/>
        </p:nvSpPr>
        <p:spPr>
          <a:xfrm>
            <a:off x="9325623" y="4505047"/>
            <a:ext cx="107301" cy="107301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9190E9F-767F-A2F0-6F00-6CD0CF5DD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674" y="100678"/>
            <a:ext cx="1620000" cy="459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960000" y="6253501"/>
            <a:ext cx="222867" cy="222867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3" name="Google Shape;63;p4"/>
          <p:cNvSpPr/>
          <p:nvPr/>
        </p:nvSpPr>
        <p:spPr>
          <a:xfrm>
            <a:off x="640741" y="5332722"/>
            <a:ext cx="144867" cy="144867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4" name="Google Shape;64;p4"/>
          <p:cNvSpPr/>
          <p:nvPr/>
        </p:nvSpPr>
        <p:spPr>
          <a:xfrm>
            <a:off x="883809" y="5931689"/>
            <a:ext cx="69967" cy="69933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5" name="Google Shape;65;p4"/>
          <p:cNvSpPr/>
          <p:nvPr/>
        </p:nvSpPr>
        <p:spPr>
          <a:xfrm>
            <a:off x="1690301" y="6425676"/>
            <a:ext cx="219133" cy="219133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6" name="Google Shape;66;p4"/>
          <p:cNvSpPr/>
          <p:nvPr/>
        </p:nvSpPr>
        <p:spPr>
          <a:xfrm>
            <a:off x="536791" y="6535243"/>
            <a:ext cx="207900" cy="208500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67" name="Google Shape;67;p4"/>
          <p:cNvGrpSpPr/>
          <p:nvPr/>
        </p:nvGrpSpPr>
        <p:grpSpPr>
          <a:xfrm>
            <a:off x="11134683" y="4509551"/>
            <a:ext cx="130745" cy="1530128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375228" y="5025686"/>
            <a:ext cx="161563" cy="1013993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11499169" y="5536251"/>
            <a:ext cx="76799" cy="1109065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10795116" y="6387627"/>
            <a:ext cx="219133" cy="219133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77" name="Google Shape;77;p4"/>
          <p:cNvSpPr/>
          <p:nvPr/>
        </p:nvSpPr>
        <p:spPr>
          <a:xfrm>
            <a:off x="11824167" y="5025685"/>
            <a:ext cx="207900" cy="208500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9A2385C-914A-6F2D-3EB5-CC14821AD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674" y="100678"/>
            <a:ext cx="1620000" cy="459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9603188" y="1221412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0" name="Google Shape;40;p3"/>
          <p:cNvSpPr/>
          <p:nvPr/>
        </p:nvSpPr>
        <p:spPr>
          <a:xfrm>
            <a:off x="11018231" y="3938241"/>
            <a:ext cx="138781" cy="139096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" name="Google Shape;45;p3"/>
          <p:cNvSpPr/>
          <p:nvPr/>
        </p:nvSpPr>
        <p:spPr>
          <a:xfrm>
            <a:off x="11314661" y="2152844"/>
            <a:ext cx="107336" cy="107301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46" name="Google Shape;46;p3"/>
          <p:cNvGrpSpPr/>
          <p:nvPr/>
        </p:nvGrpSpPr>
        <p:grpSpPr>
          <a:xfrm>
            <a:off x="4858531" y="-581597"/>
            <a:ext cx="177669" cy="2603169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11914301" y="14"/>
            <a:ext cx="11286" cy="3359516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50" name="Google Shape;50;p3"/>
          <p:cNvGrpSpPr/>
          <p:nvPr/>
        </p:nvGrpSpPr>
        <p:grpSpPr>
          <a:xfrm>
            <a:off x="10677463" y="2811882"/>
            <a:ext cx="265334" cy="2853025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694663" y="1455399"/>
            <a:ext cx="265334" cy="2853025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ctrTitle"/>
          </p:nvPr>
        </p:nvSpPr>
        <p:spPr>
          <a:xfrm>
            <a:off x="2708384" y="2323700"/>
            <a:ext cx="3496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6400">
                <a:solidFill>
                  <a:schemeClr val="lt1"/>
                </a:solidFill>
                <a:latin typeface="#9Slide01 Noi dung ngan" panose="000006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2388784" y="3223267"/>
            <a:ext cx="4135200" cy="1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>
                <a:latin typeface="Abad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7779866" y="2829633"/>
            <a:ext cx="13080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8000">
                <a:latin typeface="#9Slide01 Noi dung ngan" panose="000006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dirty="0"/>
              <a:t>xx%</a:t>
            </a: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8EF99DB-C562-AD91-2D07-DE9CD7099F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674" y="100678"/>
            <a:ext cx="1620000" cy="459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354001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>
                <a:latin typeface="#9Slide01 Noi dung ngan" panose="000006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 dirty="0"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354001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>
                <a:latin typeface="Abadi" panose="020F050202020403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 dirty="0"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badi" panose="020F0502020204030204" pitchFamily="34" charset="0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EE32783-8CB8-80CE-AF50-26ED862A1A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674" y="100678"/>
            <a:ext cx="1620000" cy="459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>
            <a:spLocks noGrp="1"/>
          </p:cNvSpPr>
          <p:nvPr>
            <p:ph type="subTitle" idx="1"/>
          </p:nvPr>
        </p:nvSpPr>
        <p:spPr>
          <a:xfrm>
            <a:off x="8572036" y="5106240"/>
            <a:ext cx="3237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867">
                <a:latin typeface="Abad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259" name="Google Shape;259;p13"/>
          <p:cNvSpPr/>
          <p:nvPr/>
        </p:nvSpPr>
        <p:spPr>
          <a:xfrm>
            <a:off x="10196500" y="1266134"/>
            <a:ext cx="222867" cy="222867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0" name="Google Shape;260;p13"/>
          <p:cNvSpPr/>
          <p:nvPr/>
        </p:nvSpPr>
        <p:spPr>
          <a:xfrm>
            <a:off x="11981134" y="548901"/>
            <a:ext cx="144867" cy="144867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1" name="Google Shape;261;p13"/>
          <p:cNvSpPr/>
          <p:nvPr/>
        </p:nvSpPr>
        <p:spPr>
          <a:xfrm>
            <a:off x="11145934" y="741168"/>
            <a:ext cx="69967" cy="69933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2" name="Google Shape;262;p13"/>
          <p:cNvSpPr/>
          <p:nvPr/>
        </p:nvSpPr>
        <p:spPr>
          <a:xfrm>
            <a:off x="12162800" y="979001"/>
            <a:ext cx="219133" cy="219133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3" name="Google Shape;263;p13"/>
          <p:cNvSpPr/>
          <p:nvPr/>
        </p:nvSpPr>
        <p:spPr>
          <a:xfrm>
            <a:off x="11731467" y="1451534"/>
            <a:ext cx="207900" cy="208500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4" name="Google Shape;264;p13"/>
          <p:cNvSpPr/>
          <p:nvPr/>
        </p:nvSpPr>
        <p:spPr>
          <a:xfrm>
            <a:off x="8132457" y="-200800"/>
            <a:ext cx="128060" cy="127283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5" name="Google Shape;265;p13"/>
          <p:cNvSpPr/>
          <p:nvPr/>
        </p:nvSpPr>
        <p:spPr>
          <a:xfrm>
            <a:off x="8936699" y="592716"/>
            <a:ext cx="127324" cy="127283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6" name="Google Shape;266;p13"/>
          <p:cNvSpPr/>
          <p:nvPr/>
        </p:nvSpPr>
        <p:spPr>
          <a:xfrm>
            <a:off x="7873301" y="190964"/>
            <a:ext cx="109679" cy="10967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7" name="Google Shape;267;p13"/>
          <p:cNvSpPr/>
          <p:nvPr/>
        </p:nvSpPr>
        <p:spPr>
          <a:xfrm>
            <a:off x="381000" y="6056868"/>
            <a:ext cx="69967" cy="69933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8" name="Google Shape;268;p13"/>
          <p:cNvSpPr/>
          <p:nvPr/>
        </p:nvSpPr>
        <p:spPr>
          <a:xfrm>
            <a:off x="585534" y="6404534"/>
            <a:ext cx="207900" cy="208500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69" name="Google Shape;269;p13"/>
          <p:cNvSpPr txBox="1">
            <a:spLocks noGrp="1"/>
          </p:cNvSpPr>
          <p:nvPr>
            <p:ph type="ctrTitle"/>
          </p:nvPr>
        </p:nvSpPr>
        <p:spPr>
          <a:xfrm>
            <a:off x="1294418" y="4529067"/>
            <a:ext cx="2870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 dirty="0"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2"/>
          </p:nvPr>
        </p:nvSpPr>
        <p:spPr>
          <a:xfrm>
            <a:off x="1294419" y="5106240"/>
            <a:ext cx="3237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867">
                <a:latin typeface="Abad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3" hasCustomPrompt="1"/>
          </p:nvPr>
        </p:nvSpPr>
        <p:spPr>
          <a:xfrm>
            <a:off x="1294419" y="3527849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400">
                <a:solidFill>
                  <a:schemeClr val="accent2"/>
                </a:solidFill>
                <a:latin typeface="#9Slide01 Noi dung ngan" panose="000006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272" name="Google Shape;272;p13"/>
          <p:cNvSpPr txBox="1">
            <a:spLocks noGrp="1"/>
          </p:cNvSpPr>
          <p:nvPr>
            <p:ph type="ctrTitle" idx="4"/>
          </p:nvPr>
        </p:nvSpPr>
        <p:spPr>
          <a:xfrm>
            <a:off x="4920465" y="4529067"/>
            <a:ext cx="1848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 dirty="0"/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5"/>
          </p:nvPr>
        </p:nvSpPr>
        <p:spPr>
          <a:xfrm>
            <a:off x="4920454" y="5106240"/>
            <a:ext cx="3237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867">
                <a:latin typeface="Abad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6" hasCustomPrompt="1"/>
          </p:nvPr>
        </p:nvSpPr>
        <p:spPr>
          <a:xfrm>
            <a:off x="4920455" y="3527849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400">
                <a:solidFill>
                  <a:schemeClr val="accent3"/>
                </a:solidFill>
                <a:latin typeface="#9Slide01 Noi dung ngan" panose="000006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ctrTitle" idx="7"/>
          </p:nvPr>
        </p:nvSpPr>
        <p:spPr>
          <a:xfrm>
            <a:off x="825100" y="548900"/>
            <a:ext cx="6101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4000">
                <a:latin typeface="#9Slide01 Noi dung ngan" panose="00000600000000000000" pitchFamily="2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9pPr>
          </a:lstStyle>
          <a:p>
            <a:endParaRPr dirty="0"/>
          </a:p>
        </p:txBody>
      </p:sp>
      <p:sp>
        <p:nvSpPr>
          <p:cNvPr id="276" name="Google Shape;276;p13"/>
          <p:cNvSpPr txBox="1">
            <a:spLocks noGrp="1"/>
          </p:cNvSpPr>
          <p:nvPr>
            <p:ph type="ctrTitle" idx="8"/>
          </p:nvPr>
        </p:nvSpPr>
        <p:spPr>
          <a:xfrm>
            <a:off x="8571248" y="4503651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 dirty="0"/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9" hasCustomPrompt="1"/>
          </p:nvPr>
        </p:nvSpPr>
        <p:spPr>
          <a:xfrm>
            <a:off x="8571248" y="3527849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400">
                <a:solidFill>
                  <a:schemeClr val="accent1"/>
                </a:solidFill>
                <a:latin typeface="#9Slide01 Noi dung ngan" panose="000006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ctrTitle" idx="13"/>
          </p:nvPr>
        </p:nvSpPr>
        <p:spPr>
          <a:xfrm>
            <a:off x="8572037" y="4529067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F0663C6-6C9D-15A0-D4FA-6F85BE772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674" y="100678"/>
            <a:ext cx="1620000" cy="459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0" r:id="rId3"/>
    <p:sldLayoutId id="2147483649" r:id="rId4"/>
    <p:sldLayoutId id="2147483655" r:id="rId5"/>
    <p:sldLayoutId id="2147483659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#9Slide01 Noi dung ngan" panose="00000600000000000000" pitchFamily="2" charset="0"/>
          <a:ea typeface="#9Slide01 Noi dung ngan" panose="000006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badi" panose="020F0502020204030204" pitchFamily="34" charset="0"/>
          <a:ea typeface="Abadi" panose="020F050202020403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subTitle" idx="4294967295"/>
          </p:nvPr>
        </p:nvSpPr>
        <p:spPr>
          <a:xfrm>
            <a:off x="11285" y="3622367"/>
            <a:ext cx="12180715" cy="87536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buNone/>
            </a:pPr>
            <a:r>
              <a:rPr lang="vi-VN" sz="2400" b="1" dirty="0">
                <a:latin typeface="+mn-lt"/>
              </a:rPr>
              <a:t>Nhóm </a:t>
            </a:r>
            <a:r>
              <a:rPr lang="en-US" sz="2400" b="1" dirty="0">
                <a:latin typeface="+mn-lt"/>
                <a:cs typeface="Times New Roman" panose="02020603050405020304" pitchFamily="18" charset="0"/>
              </a:rPr>
              <a:t>3 </a:t>
            </a:r>
            <a:endParaRPr sz="24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36" name="Google Shape;436;p25"/>
          <p:cNvSpPr txBox="1">
            <a:spLocks noGrp="1"/>
          </p:cNvSpPr>
          <p:nvPr>
            <p:ph type="ctrTitle" idx="4294967295"/>
          </p:nvPr>
        </p:nvSpPr>
        <p:spPr>
          <a:xfrm>
            <a:off x="11285" y="1844586"/>
            <a:ext cx="12192000" cy="159840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US" sz="5500" b="1" dirty="0">
                <a:latin typeface="+mn-lt"/>
                <a:cs typeface="Times New Roman" panose="02020603050405020304" pitchFamily="18" charset="0"/>
              </a:rPr>
              <a:t>GỢI Ý ÂM NHẠC THEO CẢM XÚC</a:t>
            </a:r>
          </a:p>
        </p:txBody>
      </p:sp>
      <p:sp>
        <p:nvSpPr>
          <p:cNvPr id="437" name="Google Shape;437;p25"/>
          <p:cNvSpPr/>
          <p:nvPr/>
        </p:nvSpPr>
        <p:spPr>
          <a:xfrm>
            <a:off x="2556375" y="6287327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n-lt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9397259" y="4717088"/>
            <a:ext cx="77112" cy="77112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n-lt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3077177" y="4003181"/>
            <a:ext cx="138781" cy="139096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n-lt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8390673" y="1114147"/>
            <a:ext cx="107301" cy="107301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n-lt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7959340" y="4158405"/>
            <a:ext cx="159991" cy="159955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n-lt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9928803" y="4606608"/>
            <a:ext cx="11285" cy="2252128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B8C05-EA84-1843-C7F4-4D72FD5B85F9}"/>
              </a:ext>
            </a:extLst>
          </p:cNvPr>
          <p:cNvSpPr txBox="1"/>
          <p:nvPr/>
        </p:nvSpPr>
        <p:spPr>
          <a:xfrm>
            <a:off x="993370" y="487872"/>
            <a:ext cx="10759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</a:rPr>
              <a:t>NHÓM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61B62-D0BB-5DAF-A114-86FE6BEC55A5}"/>
              </a:ext>
            </a:extLst>
          </p:cNvPr>
          <p:cNvSpPr txBox="1"/>
          <p:nvPr/>
        </p:nvSpPr>
        <p:spPr>
          <a:xfrm>
            <a:off x="2030763" y="2257172"/>
            <a:ext cx="8130474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spc="300" dirty="0">
                <a:solidFill>
                  <a:schemeClr val="bg1"/>
                </a:solidFill>
                <a:latin typeface="+mn-lt"/>
              </a:rPr>
              <a:t>Sinh Viên Thực Hiện: A4</a:t>
            </a:r>
            <a:r>
              <a:rPr lang="en-US" sz="2000" spc="300" dirty="0">
                <a:solidFill>
                  <a:schemeClr val="bg1"/>
                </a:solidFill>
                <a:latin typeface="+mn-lt"/>
              </a:rPr>
              <a:t>9612</a:t>
            </a:r>
            <a:r>
              <a:rPr lang="vi-VN" sz="2000" spc="300" dirty="0">
                <a:solidFill>
                  <a:schemeClr val="bg1"/>
                </a:solidFill>
                <a:latin typeface="+mn-lt"/>
              </a:rPr>
              <a:t> – </a:t>
            </a:r>
            <a:r>
              <a:rPr lang="en-US" sz="2000" spc="300" dirty="0">
                <a:solidFill>
                  <a:schemeClr val="bg1"/>
                </a:solidFill>
                <a:latin typeface="+mn-lt"/>
              </a:rPr>
              <a:t>Hà Phạm Mai Linh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bg1"/>
                </a:solidFill>
                <a:latin typeface="+mn-lt"/>
              </a:rPr>
              <a:t>			     A49651 – Dương Thị Thuỳ Linh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bg1"/>
                </a:solidFill>
                <a:latin typeface="+mn-lt"/>
              </a:rPr>
              <a:t>			     A49587 – </a:t>
            </a:r>
            <a:r>
              <a:rPr lang="en-US" sz="2000" spc="300" dirty="0" err="1">
                <a:solidFill>
                  <a:schemeClr val="bg1"/>
                </a:solidFill>
                <a:latin typeface="+mn-lt"/>
              </a:rPr>
              <a:t>Nguyễn</a:t>
            </a:r>
            <a:r>
              <a:rPr lang="en-US" sz="2000" spc="300" dirty="0">
                <a:solidFill>
                  <a:schemeClr val="bg1"/>
                </a:solidFill>
                <a:latin typeface="+mn-lt"/>
              </a:rPr>
              <a:t> Mạnh Thái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bg1"/>
                </a:solidFill>
                <a:latin typeface="+mn-lt"/>
              </a:rPr>
              <a:t>			     A50484 – </a:t>
            </a:r>
            <a:r>
              <a:rPr lang="en-US" sz="2000" spc="300" dirty="0" err="1">
                <a:solidFill>
                  <a:schemeClr val="bg1"/>
                </a:solidFill>
                <a:latin typeface="+mn-lt"/>
              </a:rPr>
              <a:t>Nguyễn</a:t>
            </a:r>
            <a:r>
              <a:rPr lang="en-US" sz="2000" spc="3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spc="300" dirty="0" err="1">
                <a:solidFill>
                  <a:schemeClr val="bg1"/>
                </a:solidFill>
                <a:latin typeface="+mn-lt"/>
              </a:rPr>
              <a:t>Đức</a:t>
            </a:r>
            <a:r>
              <a:rPr lang="en-US" sz="2000" spc="300" dirty="0">
                <a:solidFill>
                  <a:schemeClr val="bg1"/>
                </a:solidFill>
                <a:latin typeface="+mn-lt"/>
              </a:rPr>
              <a:t> Nam</a:t>
            </a:r>
            <a:endParaRPr lang="vi-VN" sz="2000" spc="300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vi-VN" sz="2000" spc="300" dirty="0">
                <a:solidFill>
                  <a:schemeClr val="bg1"/>
                </a:solidFill>
                <a:latin typeface="+mn-lt"/>
              </a:rPr>
              <a:t>			     </a:t>
            </a:r>
            <a:endParaRPr lang="en-US" sz="2000" spc="3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B5CB1-D106-E9A2-DB9A-F52387E80D5B}"/>
              </a:ext>
            </a:extLst>
          </p:cNvPr>
          <p:cNvSpPr txBox="1"/>
          <p:nvPr/>
        </p:nvSpPr>
        <p:spPr>
          <a:xfrm>
            <a:off x="894080" y="5846908"/>
            <a:ext cx="7447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spc="300" dirty="0">
                <a:solidFill>
                  <a:schemeClr val="bg1"/>
                </a:solidFill>
                <a:latin typeface="+mn-lt"/>
              </a:rPr>
              <a:t>Giảng Viên Lớp Học:</a:t>
            </a:r>
            <a:r>
              <a:rPr lang="en-US" sz="2000" spc="300" dirty="0">
                <a:solidFill>
                  <a:schemeClr val="bg1"/>
                </a:solidFill>
                <a:latin typeface="+mn-lt"/>
              </a:rPr>
              <a:t> Ngô Mạnh Cường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95C910-8D2F-444F-33C8-3CF3E6C39041}"/>
              </a:ext>
            </a:extLst>
          </p:cNvPr>
          <p:cNvGrpSpPr/>
          <p:nvPr/>
        </p:nvGrpSpPr>
        <p:grpSpPr>
          <a:xfrm>
            <a:off x="7884160" y="1091585"/>
            <a:ext cx="3789680" cy="2555855"/>
            <a:chOff x="7741920" y="1091585"/>
            <a:chExt cx="3789680" cy="255585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FDA1D9-7624-3EFE-D715-DB8E7370E03C}"/>
                </a:ext>
              </a:extLst>
            </p:cNvPr>
            <p:cNvCxnSpPr>
              <a:cxnSpLocks/>
            </p:cNvCxnSpPr>
            <p:nvPr/>
          </p:nvCxnSpPr>
          <p:spPr>
            <a:xfrm>
              <a:off x="7741920" y="1091585"/>
              <a:ext cx="3789680" cy="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69F6C4-25DB-29EF-C42C-A4539E863F1F}"/>
                </a:ext>
              </a:extLst>
            </p:cNvPr>
            <p:cNvCxnSpPr>
              <a:cxnSpLocks/>
            </p:cNvCxnSpPr>
            <p:nvPr/>
          </p:nvCxnSpPr>
          <p:spPr>
            <a:xfrm>
              <a:off x="11531600" y="1091585"/>
              <a:ext cx="0" cy="2555855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D63173-1CFD-F802-3D7E-164293C6F705}"/>
              </a:ext>
            </a:extLst>
          </p:cNvPr>
          <p:cNvGrpSpPr/>
          <p:nvPr/>
        </p:nvGrpSpPr>
        <p:grpSpPr>
          <a:xfrm>
            <a:off x="894080" y="3942080"/>
            <a:ext cx="4389120" cy="2586675"/>
            <a:chOff x="1412240" y="3850640"/>
            <a:chExt cx="4389120" cy="25866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97EEC90-A1A2-FB2F-B6A7-2AA679AB2BFD}"/>
                </a:ext>
              </a:extLst>
            </p:cNvPr>
            <p:cNvCxnSpPr>
              <a:cxnSpLocks/>
            </p:cNvCxnSpPr>
            <p:nvPr/>
          </p:nvCxnSpPr>
          <p:spPr>
            <a:xfrm>
              <a:off x="1412240" y="3850640"/>
              <a:ext cx="0" cy="2586675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43D744C-4BED-DB8A-12C5-21B0493C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422400" y="6437315"/>
              <a:ext cx="437896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6650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>
            <a:spLocks noGrp="1"/>
          </p:cNvSpPr>
          <p:nvPr>
            <p:ph type="ctrTitle"/>
          </p:nvPr>
        </p:nvSpPr>
        <p:spPr>
          <a:xfrm>
            <a:off x="2945398" y="1681685"/>
            <a:ext cx="9291343" cy="770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3400" b="1" dirty="0">
                <a:latin typeface="+mj-lt"/>
              </a:rPr>
              <a:t>ĐỀ TÀI</a:t>
            </a:r>
            <a:endParaRPr sz="3400" b="1" dirty="0">
              <a:latin typeface="+mj-lt"/>
            </a:endParaRPr>
          </a:p>
        </p:txBody>
      </p:sp>
      <p:sp>
        <p:nvSpPr>
          <p:cNvPr id="477" name="Google Shape;477;p27"/>
          <p:cNvSpPr txBox="1">
            <a:spLocks noGrp="1"/>
          </p:cNvSpPr>
          <p:nvPr>
            <p:ph type="title" idx="3"/>
          </p:nvPr>
        </p:nvSpPr>
        <p:spPr>
          <a:xfrm>
            <a:off x="24210" y="1675311"/>
            <a:ext cx="4508333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6000" b="1" dirty="0">
                <a:solidFill>
                  <a:srgbClr val="1A5E8F"/>
                </a:solidFill>
                <a:latin typeface="+mn-lt"/>
              </a:rPr>
              <a:t>01</a:t>
            </a:r>
            <a:endParaRPr sz="6000" b="1" dirty="0">
              <a:solidFill>
                <a:srgbClr val="1A5E8F"/>
              </a:solidFill>
              <a:latin typeface="+mn-lt"/>
            </a:endParaRPr>
          </a:p>
        </p:txBody>
      </p:sp>
      <p:sp>
        <p:nvSpPr>
          <p:cNvPr id="479" name="Google Shape;479;p27"/>
          <p:cNvSpPr txBox="1">
            <a:spLocks noGrp="1"/>
          </p:cNvSpPr>
          <p:nvPr>
            <p:ph type="title" idx="6"/>
          </p:nvPr>
        </p:nvSpPr>
        <p:spPr>
          <a:xfrm>
            <a:off x="24210" y="2680849"/>
            <a:ext cx="4484123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6000" b="1" dirty="0">
                <a:solidFill>
                  <a:srgbClr val="1A5E8F"/>
                </a:solidFill>
                <a:latin typeface="+mn-lt"/>
              </a:rPr>
              <a:t>02</a:t>
            </a:r>
            <a:endParaRPr sz="6000" b="1" dirty="0">
              <a:solidFill>
                <a:srgbClr val="1A5E8F"/>
              </a:solidFill>
              <a:latin typeface="+mn-lt"/>
            </a:endParaRPr>
          </a:p>
        </p:txBody>
      </p:sp>
      <p:sp>
        <p:nvSpPr>
          <p:cNvPr id="480" name="Google Shape;480;p27"/>
          <p:cNvSpPr txBox="1">
            <a:spLocks noGrp="1"/>
          </p:cNvSpPr>
          <p:nvPr>
            <p:ph type="ctrTitle" idx="7"/>
          </p:nvPr>
        </p:nvSpPr>
        <p:spPr>
          <a:xfrm>
            <a:off x="0" y="528337"/>
            <a:ext cx="12168308" cy="8417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vi-VN" sz="5400" b="1" dirty="0">
                <a:latin typeface="+mj-lt"/>
              </a:rPr>
              <a:t>NỘI DUNG CHÍNH</a:t>
            </a:r>
            <a:endParaRPr sz="5400" b="1" dirty="0">
              <a:latin typeface="+mj-lt"/>
            </a:endParaRPr>
          </a:p>
        </p:txBody>
      </p:sp>
      <p:sp>
        <p:nvSpPr>
          <p:cNvPr id="481" name="Google Shape;481;p27"/>
          <p:cNvSpPr txBox="1">
            <a:spLocks noGrp="1"/>
          </p:cNvSpPr>
          <p:nvPr>
            <p:ph type="title" idx="9"/>
          </p:nvPr>
        </p:nvSpPr>
        <p:spPr>
          <a:xfrm>
            <a:off x="12104" y="3708449"/>
            <a:ext cx="4508333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6000" b="1" dirty="0">
                <a:solidFill>
                  <a:srgbClr val="1A5E8F"/>
                </a:solidFill>
                <a:latin typeface="+mj-lt"/>
              </a:rPr>
              <a:t>03</a:t>
            </a:r>
            <a:endParaRPr sz="6000" b="1" dirty="0">
              <a:solidFill>
                <a:srgbClr val="1A5E8F"/>
              </a:solidFill>
              <a:latin typeface="+mj-lt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9986412" y="3182484"/>
            <a:ext cx="318311" cy="317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>
              <a:latin typeface="+mj-lt"/>
            </a:endParaRPr>
          </a:p>
        </p:txBody>
      </p:sp>
      <p:grpSp>
        <p:nvGrpSpPr>
          <p:cNvPr id="491" name="Google Shape;491;p27"/>
          <p:cNvGrpSpPr/>
          <p:nvPr/>
        </p:nvGrpSpPr>
        <p:grpSpPr>
          <a:xfrm rot="8048845">
            <a:off x="9760760" y="1802195"/>
            <a:ext cx="769613" cy="773709"/>
            <a:chOff x="3095745" y="3805393"/>
            <a:chExt cx="352840" cy="354717"/>
          </a:xfrm>
          <a:solidFill>
            <a:schemeClr val="bg1">
              <a:lumMod val="95000"/>
            </a:schemeClr>
          </a:solidFill>
        </p:grpSpPr>
        <p:sp>
          <p:nvSpPr>
            <p:cNvPr id="492" name="Google Shape;492;p27"/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</p:grpSp>
      <p:grpSp>
        <p:nvGrpSpPr>
          <p:cNvPr id="498" name="Google Shape;498;p27"/>
          <p:cNvGrpSpPr/>
          <p:nvPr/>
        </p:nvGrpSpPr>
        <p:grpSpPr>
          <a:xfrm>
            <a:off x="9052226" y="2246196"/>
            <a:ext cx="778423" cy="773752"/>
            <a:chOff x="3541011" y="3367320"/>
            <a:chExt cx="348257" cy="346188"/>
          </a:xfrm>
        </p:grpSpPr>
        <p:sp>
          <p:nvSpPr>
            <p:cNvPr id="499" name="Google Shape;499;p27"/>
            <p:cNvSpPr/>
            <p:nvPr/>
          </p:nvSpPr>
          <p:spPr>
            <a:xfrm>
              <a:off x="3541011" y="3367320"/>
              <a:ext cx="347906" cy="346188"/>
            </a:xfrm>
            <a:custGeom>
              <a:avLst/>
              <a:gdLst/>
              <a:ahLst/>
              <a:cxnLst/>
              <a:rect l="l" t="t" r="r" b="b"/>
              <a:pathLst>
                <a:path w="10931" h="10877" extrusionOk="0">
                  <a:moveTo>
                    <a:pt x="4203" y="6323"/>
                  </a:moveTo>
                  <a:cubicBezTo>
                    <a:pt x="4322" y="6454"/>
                    <a:pt x="4465" y="6609"/>
                    <a:pt x="4620" y="6740"/>
                  </a:cubicBezTo>
                  <a:lnTo>
                    <a:pt x="4024" y="7335"/>
                  </a:lnTo>
                  <a:lnTo>
                    <a:pt x="3977" y="7287"/>
                  </a:lnTo>
                  <a:lnTo>
                    <a:pt x="3632" y="6942"/>
                  </a:lnTo>
                  <a:lnTo>
                    <a:pt x="3584" y="6906"/>
                  </a:lnTo>
                  <a:lnTo>
                    <a:pt x="4203" y="6323"/>
                  </a:lnTo>
                  <a:close/>
                  <a:moveTo>
                    <a:pt x="3239" y="7123"/>
                  </a:moveTo>
                  <a:cubicBezTo>
                    <a:pt x="3307" y="7123"/>
                    <a:pt x="3376" y="7150"/>
                    <a:pt x="3429" y="7204"/>
                  </a:cubicBezTo>
                  <a:lnTo>
                    <a:pt x="3763" y="7537"/>
                  </a:lnTo>
                  <a:cubicBezTo>
                    <a:pt x="3858" y="7632"/>
                    <a:pt x="3858" y="7799"/>
                    <a:pt x="3751" y="7894"/>
                  </a:cubicBezTo>
                  <a:lnTo>
                    <a:pt x="3560" y="8097"/>
                  </a:lnTo>
                  <a:lnTo>
                    <a:pt x="2858" y="7394"/>
                  </a:lnTo>
                  <a:lnTo>
                    <a:pt x="3048" y="7204"/>
                  </a:lnTo>
                  <a:cubicBezTo>
                    <a:pt x="3102" y="7150"/>
                    <a:pt x="3170" y="7123"/>
                    <a:pt x="3239" y="7123"/>
                  </a:cubicBezTo>
                  <a:close/>
                  <a:moveTo>
                    <a:pt x="2631" y="7597"/>
                  </a:moveTo>
                  <a:lnTo>
                    <a:pt x="3334" y="8299"/>
                  </a:lnTo>
                  <a:lnTo>
                    <a:pt x="1167" y="10478"/>
                  </a:lnTo>
                  <a:cubicBezTo>
                    <a:pt x="1113" y="10526"/>
                    <a:pt x="1045" y="10550"/>
                    <a:pt x="976" y="10550"/>
                  </a:cubicBezTo>
                  <a:cubicBezTo>
                    <a:pt x="908" y="10550"/>
                    <a:pt x="840" y="10526"/>
                    <a:pt x="786" y="10478"/>
                  </a:cubicBezTo>
                  <a:lnTo>
                    <a:pt x="453" y="10133"/>
                  </a:lnTo>
                  <a:cubicBezTo>
                    <a:pt x="357" y="10038"/>
                    <a:pt x="357" y="9883"/>
                    <a:pt x="465" y="9776"/>
                  </a:cubicBezTo>
                  <a:lnTo>
                    <a:pt x="2631" y="7597"/>
                  </a:lnTo>
                  <a:close/>
                  <a:moveTo>
                    <a:pt x="7120" y="1"/>
                  </a:moveTo>
                  <a:cubicBezTo>
                    <a:pt x="3989" y="1"/>
                    <a:pt x="2191" y="3537"/>
                    <a:pt x="4001" y="6073"/>
                  </a:cubicBezTo>
                  <a:lnTo>
                    <a:pt x="3274" y="6799"/>
                  </a:lnTo>
                  <a:cubicBezTo>
                    <a:pt x="3249" y="6796"/>
                    <a:pt x="3223" y="6794"/>
                    <a:pt x="3198" y="6794"/>
                  </a:cubicBezTo>
                  <a:cubicBezTo>
                    <a:pt x="3049" y="6794"/>
                    <a:pt x="2912" y="6854"/>
                    <a:pt x="2810" y="6966"/>
                  </a:cubicBezTo>
                  <a:lnTo>
                    <a:pt x="226" y="9549"/>
                  </a:lnTo>
                  <a:cubicBezTo>
                    <a:pt x="0" y="9776"/>
                    <a:pt x="0" y="10145"/>
                    <a:pt x="226" y="10371"/>
                  </a:cubicBezTo>
                  <a:lnTo>
                    <a:pt x="572" y="10716"/>
                  </a:lnTo>
                  <a:cubicBezTo>
                    <a:pt x="679" y="10823"/>
                    <a:pt x="828" y="10877"/>
                    <a:pt x="976" y="10877"/>
                  </a:cubicBezTo>
                  <a:cubicBezTo>
                    <a:pt x="1125" y="10877"/>
                    <a:pt x="1274" y="10823"/>
                    <a:pt x="1381" y="10716"/>
                  </a:cubicBezTo>
                  <a:lnTo>
                    <a:pt x="3655" y="8430"/>
                  </a:lnTo>
                  <a:lnTo>
                    <a:pt x="3977" y="8121"/>
                  </a:lnTo>
                  <a:cubicBezTo>
                    <a:pt x="4096" y="8002"/>
                    <a:pt x="4155" y="7835"/>
                    <a:pt x="4144" y="7656"/>
                  </a:cubicBezTo>
                  <a:lnTo>
                    <a:pt x="4870" y="6930"/>
                  </a:lnTo>
                  <a:cubicBezTo>
                    <a:pt x="5406" y="7323"/>
                    <a:pt x="6037" y="7573"/>
                    <a:pt x="6715" y="7632"/>
                  </a:cubicBezTo>
                  <a:lnTo>
                    <a:pt x="6727" y="7632"/>
                  </a:lnTo>
                  <a:cubicBezTo>
                    <a:pt x="6799" y="7632"/>
                    <a:pt x="6882" y="7573"/>
                    <a:pt x="6894" y="7478"/>
                  </a:cubicBezTo>
                  <a:cubicBezTo>
                    <a:pt x="6906" y="7394"/>
                    <a:pt x="6834" y="7323"/>
                    <a:pt x="6739" y="7299"/>
                  </a:cubicBezTo>
                  <a:cubicBezTo>
                    <a:pt x="6037" y="7228"/>
                    <a:pt x="5406" y="6966"/>
                    <a:pt x="4882" y="6549"/>
                  </a:cubicBezTo>
                  <a:cubicBezTo>
                    <a:pt x="2298" y="4465"/>
                    <a:pt x="3822" y="310"/>
                    <a:pt x="7096" y="310"/>
                  </a:cubicBezTo>
                  <a:cubicBezTo>
                    <a:pt x="8942" y="310"/>
                    <a:pt x="10418" y="1703"/>
                    <a:pt x="10597" y="3465"/>
                  </a:cubicBezTo>
                  <a:cubicBezTo>
                    <a:pt x="10609" y="3549"/>
                    <a:pt x="10692" y="3608"/>
                    <a:pt x="10775" y="3608"/>
                  </a:cubicBezTo>
                  <a:cubicBezTo>
                    <a:pt x="10871" y="3596"/>
                    <a:pt x="10930" y="3525"/>
                    <a:pt x="10930" y="3430"/>
                  </a:cubicBezTo>
                  <a:cubicBezTo>
                    <a:pt x="10728" y="1525"/>
                    <a:pt x="9120" y="1"/>
                    <a:pt x="7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3658105" y="3389599"/>
              <a:ext cx="208820" cy="199431"/>
            </a:xfrm>
            <a:custGeom>
              <a:avLst/>
              <a:gdLst/>
              <a:ahLst/>
              <a:cxnLst/>
              <a:rect l="l" t="t" r="r" b="b"/>
              <a:pathLst>
                <a:path w="6561" h="6266" extrusionOk="0">
                  <a:moveTo>
                    <a:pt x="3441" y="336"/>
                  </a:moveTo>
                  <a:cubicBezTo>
                    <a:pt x="4989" y="336"/>
                    <a:pt x="6251" y="1587"/>
                    <a:pt x="6251" y="3146"/>
                  </a:cubicBezTo>
                  <a:cubicBezTo>
                    <a:pt x="6251" y="4694"/>
                    <a:pt x="4989" y="5944"/>
                    <a:pt x="3441" y="5944"/>
                  </a:cubicBezTo>
                  <a:cubicBezTo>
                    <a:pt x="2727" y="5944"/>
                    <a:pt x="1989" y="5682"/>
                    <a:pt x="1441" y="5135"/>
                  </a:cubicBezTo>
                  <a:cubicBezTo>
                    <a:pt x="345" y="4027"/>
                    <a:pt x="345" y="2241"/>
                    <a:pt x="1441" y="1158"/>
                  </a:cubicBezTo>
                  <a:cubicBezTo>
                    <a:pt x="1989" y="598"/>
                    <a:pt x="2703" y="336"/>
                    <a:pt x="3441" y="336"/>
                  </a:cubicBezTo>
                  <a:close/>
                  <a:moveTo>
                    <a:pt x="3428" y="0"/>
                  </a:moveTo>
                  <a:cubicBezTo>
                    <a:pt x="2628" y="0"/>
                    <a:pt x="1828" y="307"/>
                    <a:pt x="1215" y="920"/>
                  </a:cubicBezTo>
                  <a:cubicBezTo>
                    <a:pt x="0" y="2134"/>
                    <a:pt x="0" y="4123"/>
                    <a:pt x="1215" y="5337"/>
                  </a:cubicBezTo>
                  <a:cubicBezTo>
                    <a:pt x="1822" y="5944"/>
                    <a:pt x="2631" y="6266"/>
                    <a:pt x="3429" y="6266"/>
                  </a:cubicBezTo>
                  <a:cubicBezTo>
                    <a:pt x="5144" y="6266"/>
                    <a:pt x="6561" y="4873"/>
                    <a:pt x="6561" y="3134"/>
                  </a:cubicBezTo>
                  <a:cubicBezTo>
                    <a:pt x="6561" y="2301"/>
                    <a:pt x="6227" y="1515"/>
                    <a:pt x="5632" y="920"/>
                  </a:cubicBezTo>
                  <a:cubicBezTo>
                    <a:pt x="5025" y="307"/>
                    <a:pt x="4227" y="0"/>
                    <a:pt x="3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501" name="Google Shape;501;p27"/>
            <p:cNvSpPr/>
            <p:nvPr/>
          </p:nvSpPr>
          <p:spPr>
            <a:xfrm>
              <a:off x="3720614" y="3426805"/>
              <a:ext cx="95164" cy="116011"/>
            </a:xfrm>
            <a:custGeom>
              <a:avLst/>
              <a:gdLst/>
              <a:ahLst/>
              <a:cxnLst/>
              <a:rect l="l" t="t" r="r" b="b"/>
              <a:pathLst>
                <a:path w="2990" h="3645" extrusionOk="0">
                  <a:moveTo>
                    <a:pt x="1477" y="334"/>
                  </a:moveTo>
                  <a:cubicBezTo>
                    <a:pt x="1834" y="334"/>
                    <a:pt x="2132" y="632"/>
                    <a:pt x="2132" y="989"/>
                  </a:cubicBezTo>
                  <a:cubicBezTo>
                    <a:pt x="2132" y="1334"/>
                    <a:pt x="1834" y="1632"/>
                    <a:pt x="1477" y="1632"/>
                  </a:cubicBezTo>
                  <a:cubicBezTo>
                    <a:pt x="1120" y="1632"/>
                    <a:pt x="822" y="1334"/>
                    <a:pt x="822" y="989"/>
                  </a:cubicBezTo>
                  <a:cubicBezTo>
                    <a:pt x="822" y="608"/>
                    <a:pt x="1120" y="334"/>
                    <a:pt x="1477" y="334"/>
                  </a:cubicBezTo>
                  <a:close/>
                  <a:moveTo>
                    <a:pt x="1906" y="1953"/>
                  </a:moveTo>
                  <a:cubicBezTo>
                    <a:pt x="2287" y="1953"/>
                    <a:pt x="2620" y="2263"/>
                    <a:pt x="2620" y="2668"/>
                  </a:cubicBezTo>
                  <a:lnTo>
                    <a:pt x="2620" y="3335"/>
                  </a:lnTo>
                  <a:lnTo>
                    <a:pt x="2275" y="3335"/>
                  </a:lnTo>
                  <a:lnTo>
                    <a:pt x="2275" y="2632"/>
                  </a:lnTo>
                  <a:cubicBezTo>
                    <a:pt x="2275" y="2549"/>
                    <a:pt x="2203" y="2477"/>
                    <a:pt x="2108" y="2477"/>
                  </a:cubicBezTo>
                  <a:cubicBezTo>
                    <a:pt x="2025" y="2477"/>
                    <a:pt x="1953" y="2549"/>
                    <a:pt x="1953" y="2632"/>
                  </a:cubicBezTo>
                  <a:lnTo>
                    <a:pt x="1953" y="3335"/>
                  </a:lnTo>
                  <a:lnTo>
                    <a:pt x="953" y="3335"/>
                  </a:lnTo>
                  <a:lnTo>
                    <a:pt x="953" y="2632"/>
                  </a:lnTo>
                  <a:cubicBezTo>
                    <a:pt x="953" y="2549"/>
                    <a:pt x="882" y="2477"/>
                    <a:pt x="787" y="2477"/>
                  </a:cubicBezTo>
                  <a:cubicBezTo>
                    <a:pt x="691" y="2477"/>
                    <a:pt x="620" y="2549"/>
                    <a:pt x="620" y="2632"/>
                  </a:cubicBezTo>
                  <a:lnTo>
                    <a:pt x="620" y="3335"/>
                  </a:lnTo>
                  <a:lnTo>
                    <a:pt x="263" y="3335"/>
                  </a:lnTo>
                  <a:lnTo>
                    <a:pt x="263" y="2668"/>
                  </a:lnTo>
                  <a:cubicBezTo>
                    <a:pt x="263" y="2275"/>
                    <a:pt x="584" y="1953"/>
                    <a:pt x="977" y="1953"/>
                  </a:cubicBezTo>
                  <a:close/>
                  <a:moveTo>
                    <a:pt x="1477" y="1"/>
                  </a:moveTo>
                  <a:cubicBezTo>
                    <a:pt x="941" y="1"/>
                    <a:pt x="501" y="429"/>
                    <a:pt x="501" y="965"/>
                  </a:cubicBezTo>
                  <a:cubicBezTo>
                    <a:pt x="501" y="1239"/>
                    <a:pt x="608" y="1477"/>
                    <a:pt x="787" y="1656"/>
                  </a:cubicBezTo>
                  <a:cubicBezTo>
                    <a:pt x="322" y="1763"/>
                    <a:pt x="1" y="2180"/>
                    <a:pt x="1" y="2656"/>
                  </a:cubicBezTo>
                  <a:lnTo>
                    <a:pt x="1" y="3335"/>
                  </a:lnTo>
                  <a:cubicBezTo>
                    <a:pt x="1" y="3501"/>
                    <a:pt x="132" y="3644"/>
                    <a:pt x="310" y="3644"/>
                  </a:cubicBezTo>
                  <a:lnTo>
                    <a:pt x="2680" y="3644"/>
                  </a:lnTo>
                  <a:cubicBezTo>
                    <a:pt x="2846" y="3644"/>
                    <a:pt x="2989" y="3513"/>
                    <a:pt x="2989" y="3335"/>
                  </a:cubicBezTo>
                  <a:lnTo>
                    <a:pt x="2989" y="2656"/>
                  </a:lnTo>
                  <a:cubicBezTo>
                    <a:pt x="2965" y="2180"/>
                    <a:pt x="2620" y="1763"/>
                    <a:pt x="2156" y="1656"/>
                  </a:cubicBezTo>
                  <a:cubicBezTo>
                    <a:pt x="2334" y="1477"/>
                    <a:pt x="2442" y="1239"/>
                    <a:pt x="2442" y="965"/>
                  </a:cubicBezTo>
                  <a:cubicBezTo>
                    <a:pt x="2442" y="429"/>
                    <a:pt x="2013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3773671" y="3496030"/>
              <a:ext cx="115597" cy="114993"/>
            </a:xfrm>
            <a:custGeom>
              <a:avLst/>
              <a:gdLst/>
              <a:ahLst/>
              <a:cxnLst/>
              <a:rect l="l" t="t" r="r" b="b"/>
              <a:pathLst>
                <a:path w="3632" h="3613" extrusionOk="0">
                  <a:moveTo>
                    <a:pt x="3433" y="0"/>
                  </a:moveTo>
                  <a:cubicBezTo>
                    <a:pt x="3361" y="0"/>
                    <a:pt x="3297" y="65"/>
                    <a:pt x="3287" y="148"/>
                  </a:cubicBezTo>
                  <a:cubicBezTo>
                    <a:pt x="3120" y="1803"/>
                    <a:pt x="1810" y="3112"/>
                    <a:pt x="143" y="3291"/>
                  </a:cubicBezTo>
                  <a:cubicBezTo>
                    <a:pt x="60" y="3303"/>
                    <a:pt x="1" y="3374"/>
                    <a:pt x="1" y="3469"/>
                  </a:cubicBezTo>
                  <a:cubicBezTo>
                    <a:pt x="13" y="3553"/>
                    <a:pt x="72" y="3612"/>
                    <a:pt x="167" y="3612"/>
                  </a:cubicBezTo>
                  <a:lnTo>
                    <a:pt x="179" y="3612"/>
                  </a:lnTo>
                  <a:cubicBezTo>
                    <a:pt x="1989" y="3422"/>
                    <a:pt x="3442" y="1993"/>
                    <a:pt x="3620" y="183"/>
                  </a:cubicBezTo>
                  <a:cubicBezTo>
                    <a:pt x="3632" y="88"/>
                    <a:pt x="3561" y="17"/>
                    <a:pt x="3465" y="5"/>
                  </a:cubicBezTo>
                  <a:cubicBezTo>
                    <a:pt x="3454" y="2"/>
                    <a:pt x="3443" y="0"/>
                    <a:pt x="34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89">
                <a:latin typeface="+mj-lt"/>
              </a:endParaRPr>
            </a:p>
          </p:txBody>
        </p:sp>
      </p:grpSp>
      <p:sp>
        <p:nvSpPr>
          <p:cNvPr id="27" name="Google Shape;475;p27">
            <a:extLst>
              <a:ext uri="{FF2B5EF4-FFF2-40B4-BE49-F238E27FC236}">
                <a16:creationId xmlns:a16="http://schemas.microsoft.com/office/drawing/2014/main" id="{7AA65855-EC78-553A-3908-F379BB6B39DB}"/>
              </a:ext>
            </a:extLst>
          </p:cNvPr>
          <p:cNvSpPr txBox="1">
            <a:spLocks/>
          </p:cNvSpPr>
          <p:nvPr/>
        </p:nvSpPr>
        <p:spPr>
          <a:xfrm>
            <a:off x="2945397" y="2709285"/>
            <a:ext cx="9303188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 b="0" i="0" u="none" strike="noStrike" cap="none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r>
              <a:rPr lang="en-US" sz="3400" b="1" dirty="0">
                <a:latin typeface="+mj-lt"/>
                <a:cs typeface="Arial" panose="020B0604020202020204" pitchFamily="34" charset="0"/>
              </a:rPr>
              <a:t>DỮ LIỆU</a:t>
            </a:r>
          </a:p>
        </p:txBody>
      </p:sp>
      <p:sp>
        <p:nvSpPr>
          <p:cNvPr id="28" name="Google Shape;475;p27">
            <a:extLst>
              <a:ext uri="{FF2B5EF4-FFF2-40B4-BE49-F238E27FC236}">
                <a16:creationId xmlns:a16="http://schemas.microsoft.com/office/drawing/2014/main" id="{983AA94C-6224-3E7A-802A-7162B131C925}"/>
              </a:ext>
            </a:extLst>
          </p:cNvPr>
          <p:cNvSpPr txBox="1">
            <a:spLocks/>
          </p:cNvSpPr>
          <p:nvPr/>
        </p:nvSpPr>
        <p:spPr>
          <a:xfrm>
            <a:off x="2933553" y="3715271"/>
            <a:ext cx="9303188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 b="0" i="0" u="none" strike="noStrike" cap="none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r>
              <a:rPr lang="en-US" sz="3400" b="1" dirty="0">
                <a:latin typeface="+mj-lt"/>
                <a:cs typeface="Arial" panose="020B0604020202020204" pitchFamily="34" charset="0"/>
              </a:rPr>
              <a:t>QUY TRÌNH THỰC HIỆN</a:t>
            </a:r>
            <a:endParaRPr lang="vi-VN" sz="3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9" name="Google Shape;481;p27">
            <a:extLst>
              <a:ext uri="{FF2B5EF4-FFF2-40B4-BE49-F238E27FC236}">
                <a16:creationId xmlns:a16="http://schemas.microsoft.com/office/drawing/2014/main" id="{1BC1B1C6-127B-5C1D-6F1B-6BFCDA2C0EFA}"/>
              </a:ext>
            </a:extLst>
          </p:cNvPr>
          <p:cNvSpPr txBox="1">
            <a:spLocks/>
          </p:cNvSpPr>
          <p:nvPr/>
        </p:nvSpPr>
        <p:spPr>
          <a:xfrm>
            <a:off x="24210" y="4742423"/>
            <a:ext cx="4508333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Share Tech"/>
              <a:buNone/>
              <a:defRPr sz="6400" b="0" i="0" u="none" strike="noStrike" cap="none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6400" b="0" i="0" u="none" strike="noStrike" cap="none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 algn="ctr"/>
            <a:r>
              <a:rPr lang="vi-VN" sz="6000" b="1" dirty="0">
                <a:solidFill>
                  <a:srgbClr val="1A5E8F"/>
                </a:solidFill>
                <a:latin typeface="+mn-lt"/>
              </a:rPr>
              <a:t>0</a:t>
            </a:r>
            <a:r>
              <a:rPr lang="en-US" sz="6000" b="1" dirty="0">
                <a:solidFill>
                  <a:srgbClr val="1A5E8F"/>
                </a:solidFill>
                <a:latin typeface="+mn-lt"/>
              </a:rPr>
              <a:t>4</a:t>
            </a:r>
            <a:endParaRPr lang="en" sz="6000" b="1" dirty="0">
              <a:solidFill>
                <a:srgbClr val="1A5E8F"/>
              </a:solidFill>
              <a:latin typeface="+mn-lt"/>
            </a:endParaRPr>
          </a:p>
        </p:txBody>
      </p:sp>
      <p:sp>
        <p:nvSpPr>
          <p:cNvPr id="30" name="Google Shape;475;p27">
            <a:extLst>
              <a:ext uri="{FF2B5EF4-FFF2-40B4-BE49-F238E27FC236}">
                <a16:creationId xmlns:a16="http://schemas.microsoft.com/office/drawing/2014/main" id="{3D656D3D-57F8-2109-C2CF-63BC4D7AE15E}"/>
              </a:ext>
            </a:extLst>
          </p:cNvPr>
          <p:cNvSpPr txBox="1">
            <a:spLocks/>
          </p:cNvSpPr>
          <p:nvPr/>
        </p:nvSpPr>
        <p:spPr>
          <a:xfrm>
            <a:off x="2921189" y="4749857"/>
            <a:ext cx="9246601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667" b="0" i="0" u="none" strike="noStrike" cap="none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600" b="0" i="0" u="none" strike="noStrike" cap="none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r>
              <a:rPr lang="en-US" sz="3400" b="1" dirty="0">
                <a:latin typeface="+mj-lt"/>
                <a:cs typeface="Arial" panose="020B0604020202020204" pitchFamily="34" charset="0"/>
              </a:rPr>
              <a:t>KẾT QUẢ</a:t>
            </a:r>
            <a:endParaRPr lang="vi-VN" sz="3400" b="1" dirty="0"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4" name="Google Shape;1598;p30">
            <a:extLst>
              <a:ext uri="{FF2B5EF4-FFF2-40B4-BE49-F238E27FC236}">
                <a16:creationId xmlns:a16="http://schemas.microsoft.com/office/drawing/2014/main" id="{8AB08D26-B1A1-89FA-3C95-A787B2E70E21}"/>
              </a:ext>
            </a:extLst>
          </p:cNvPr>
          <p:cNvGrpSpPr/>
          <p:nvPr/>
        </p:nvGrpSpPr>
        <p:grpSpPr>
          <a:xfrm>
            <a:off x="229389" y="187219"/>
            <a:ext cx="2031212" cy="1870181"/>
            <a:chOff x="6544194" y="2365864"/>
            <a:chExt cx="529544" cy="478038"/>
          </a:xfrm>
        </p:grpSpPr>
        <p:sp>
          <p:nvSpPr>
            <p:cNvPr id="5" name="Google Shape;1599;p30">
              <a:extLst>
                <a:ext uri="{FF2B5EF4-FFF2-40B4-BE49-F238E27FC236}">
                  <a16:creationId xmlns:a16="http://schemas.microsoft.com/office/drawing/2014/main" id="{252DA2E3-DFE1-15AE-FA3D-9F9C75BD5D54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6" name="Google Shape;1600;p30">
              <a:extLst>
                <a:ext uri="{FF2B5EF4-FFF2-40B4-BE49-F238E27FC236}">
                  <a16:creationId xmlns:a16="http://schemas.microsoft.com/office/drawing/2014/main" id="{50D99F3A-3C73-2110-2D74-4AA6AFA5A452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7" name="Google Shape;1601;p30">
              <a:extLst>
                <a:ext uri="{FF2B5EF4-FFF2-40B4-BE49-F238E27FC236}">
                  <a16:creationId xmlns:a16="http://schemas.microsoft.com/office/drawing/2014/main" id="{5E66DE17-51FB-892A-CF56-647A4F5E00D7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8" name="Google Shape;1602;p30">
              <a:extLst>
                <a:ext uri="{FF2B5EF4-FFF2-40B4-BE49-F238E27FC236}">
                  <a16:creationId xmlns:a16="http://schemas.microsoft.com/office/drawing/2014/main" id="{CDF90261-05BA-1195-545E-1501C67BA002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9" name="Google Shape;1603;p30">
              <a:extLst>
                <a:ext uri="{FF2B5EF4-FFF2-40B4-BE49-F238E27FC236}">
                  <a16:creationId xmlns:a16="http://schemas.microsoft.com/office/drawing/2014/main" id="{2FB2B414-DB73-BCA0-9715-BDA35774D1C6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0" name="Google Shape;1604;p30">
              <a:extLst>
                <a:ext uri="{FF2B5EF4-FFF2-40B4-BE49-F238E27FC236}">
                  <a16:creationId xmlns:a16="http://schemas.microsoft.com/office/drawing/2014/main" id="{9D52C6E4-8CB8-AB30-A0BC-46ADF26354B1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1" name="Google Shape;1605;p30">
              <a:extLst>
                <a:ext uri="{FF2B5EF4-FFF2-40B4-BE49-F238E27FC236}">
                  <a16:creationId xmlns:a16="http://schemas.microsoft.com/office/drawing/2014/main" id="{6675F71F-C367-C6FA-339E-C6299205D6B4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2" name="Google Shape;1606;p30">
              <a:extLst>
                <a:ext uri="{FF2B5EF4-FFF2-40B4-BE49-F238E27FC236}">
                  <a16:creationId xmlns:a16="http://schemas.microsoft.com/office/drawing/2014/main" id="{07433331-8D9F-521A-A646-E161EA833DC0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3" name="Google Shape;1607;p30">
              <a:extLst>
                <a:ext uri="{FF2B5EF4-FFF2-40B4-BE49-F238E27FC236}">
                  <a16:creationId xmlns:a16="http://schemas.microsoft.com/office/drawing/2014/main" id="{9964AAF3-F50D-C0FE-E6FD-A1535D9564DF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4" name="Google Shape;1608;p30">
              <a:extLst>
                <a:ext uri="{FF2B5EF4-FFF2-40B4-BE49-F238E27FC236}">
                  <a16:creationId xmlns:a16="http://schemas.microsoft.com/office/drawing/2014/main" id="{71A9A46A-4D25-F765-74FE-B8F676065EFB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grpSp>
        <p:nvGrpSpPr>
          <p:cNvPr id="15" name="Google Shape;1084;p26">
            <a:extLst>
              <a:ext uri="{FF2B5EF4-FFF2-40B4-BE49-F238E27FC236}">
                <a16:creationId xmlns:a16="http://schemas.microsoft.com/office/drawing/2014/main" id="{0E7F2EC9-9159-6AF5-4D4C-B8D49549D4B7}"/>
              </a:ext>
            </a:extLst>
          </p:cNvPr>
          <p:cNvGrpSpPr/>
          <p:nvPr/>
        </p:nvGrpSpPr>
        <p:grpSpPr>
          <a:xfrm>
            <a:off x="9599956" y="2646600"/>
            <a:ext cx="2415009" cy="3784573"/>
            <a:chOff x="6934075" y="1778325"/>
            <a:chExt cx="689275" cy="1134775"/>
          </a:xfrm>
        </p:grpSpPr>
        <p:sp>
          <p:nvSpPr>
            <p:cNvPr id="16" name="Google Shape;1085;p26">
              <a:extLst>
                <a:ext uri="{FF2B5EF4-FFF2-40B4-BE49-F238E27FC236}">
                  <a16:creationId xmlns:a16="http://schemas.microsoft.com/office/drawing/2014/main" id="{BDEAF0DD-4F06-FC48-93A0-5A5479BE75C2}"/>
                </a:ext>
              </a:extLst>
            </p:cNvPr>
            <p:cNvSpPr/>
            <p:nvPr/>
          </p:nvSpPr>
          <p:spPr>
            <a:xfrm>
              <a:off x="7486500" y="2665625"/>
              <a:ext cx="136850" cy="66125"/>
            </a:xfrm>
            <a:custGeom>
              <a:avLst/>
              <a:gdLst/>
              <a:ahLst/>
              <a:cxnLst/>
              <a:rect l="l" t="t" r="r" b="b"/>
              <a:pathLst>
                <a:path w="5474" h="2645" extrusionOk="0">
                  <a:moveTo>
                    <a:pt x="5418" y="1"/>
                  </a:moveTo>
                  <a:cubicBezTo>
                    <a:pt x="5390" y="1"/>
                    <a:pt x="5363" y="28"/>
                    <a:pt x="5363" y="56"/>
                  </a:cubicBezTo>
                  <a:lnTo>
                    <a:pt x="5363" y="520"/>
                  </a:lnTo>
                  <a:cubicBezTo>
                    <a:pt x="5363" y="557"/>
                    <a:pt x="5390" y="576"/>
                    <a:pt x="5418" y="576"/>
                  </a:cubicBezTo>
                  <a:cubicBezTo>
                    <a:pt x="5446" y="576"/>
                    <a:pt x="5474" y="557"/>
                    <a:pt x="5474" y="520"/>
                  </a:cubicBezTo>
                  <a:lnTo>
                    <a:pt x="5474" y="56"/>
                  </a:lnTo>
                  <a:cubicBezTo>
                    <a:pt x="5474" y="28"/>
                    <a:pt x="5455" y="1"/>
                    <a:pt x="5418" y="1"/>
                  </a:cubicBezTo>
                  <a:close/>
                  <a:moveTo>
                    <a:pt x="5418" y="928"/>
                  </a:moveTo>
                  <a:cubicBezTo>
                    <a:pt x="5390" y="928"/>
                    <a:pt x="5363" y="956"/>
                    <a:pt x="5363" y="984"/>
                  </a:cubicBezTo>
                  <a:lnTo>
                    <a:pt x="5363" y="1448"/>
                  </a:lnTo>
                  <a:cubicBezTo>
                    <a:pt x="5363" y="1485"/>
                    <a:pt x="5390" y="1503"/>
                    <a:pt x="5418" y="1503"/>
                  </a:cubicBezTo>
                  <a:cubicBezTo>
                    <a:pt x="5446" y="1503"/>
                    <a:pt x="5474" y="1485"/>
                    <a:pt x="5474" y="1448"/>
                  </a:cubicBezTo>
                  <a:lnTo>
                    <a:pt x="5474" y="984"/>
                  </a:lnTo>
                  <a:cubicBezTo>
                    <a:pt x="5474" y="956"/>
                    <a:pt x="5455" y="928"/>
                    <a:pt x="5418" y="928"/>
                  </a:cubicBezTo>
                  <a:close/>
                  <a:moveTo>
                    <a:pt x="5418" y="1856"/>
                  </a:moveTo>
                  <a:cubicBezTo>
                    <a:pt x="5390" y="1856"/>
                    <a:pt x="5363" y="1884"/>
                    <a:pt x="5363" y="1912"/>
                  </a:cubicBezTo>
                  <a:lnTo>
                    <a:pt x="5363" y="2375"/>
                  </a:lnTo>
                  <a:cubicBezTo>
                    <a:pt x="5363" y="2413"/>
                    <a:pt x="5390" y="2431"/>
                    <a:pt x="5418" y="2431"/>
                  </a:cubicBezTo>
                  <a:cubicBezTo>
                    <a:pt x="5446" y="2431"/>
                    <a:pt x="5474" y="2413"/>
                    <a:pt x="5474" y="2375"/>
                  </a:cubicBezTo>
                  <a:lnTo>
                    <a:pt x="5474" y="1912"/>
                  </a:lnTo>
                  <a:cubicBezTo>
                    <a:pt x="5474" y="1884"/>
                    <a:pt x="5455" y="1856"/>
                    <a:pt x="5418" y="1856"/>
                  </a:cubicBezTo>
                  <a:close/>
                  <a:moveTo>
                    <a:pt x="56" y="2524"/>
                  </a:moveTo>
                  <a:cubicBezTo>
                    <a:pt x="28" y="2524"/>
                    <a:pt x="1" y="2552"/>
                    <a:pt x="1" y="2589"/>
                  </a:cubicBezTo>
                  <a:cubicBezTo>
                    <a:pt x="1" y="2617"/>
                    <a:pt x="28" y="2644"/>
                    <a:pt x="56" y="2644"/>
                  </a:cubicBezTo>
                  <a:lnTo>
                    <a:pt x="520" y="2644"/>
                  </a:lnTo>
                  <a:cubicBezTo>
                    <a:pt x="557" y="2644"/>
                    <a:pt x="585" y="2617"/>
                    <a:pt x="585" y="2589"/>
                  </a:cubicBezTo>
                  <a:cubicBezTo>
                    <a:pt x="585" y="2552"/>
                    <a:pt x="557" y="2524"/>
                    <a:pt x="520" y="2524"/>
                  </a:cubicBezTo>
                  <a:close/>
                  <a:moveTo>
                    <a:pt x="984" y="2524"/>
                  </a:moveTo>
                  <a:cubicBezTo>
                    <a:pt x="956" y="2524"/>
                    <a:pt x="928" y="2552"/>
                    <a:pt x="928" y="2589"/>
                  </a:cubicBezTo>
                  <a:cubicBezTo>
                    <a:pt x="928" y="2617"/>
                    <a:pt x="956" y="2644"/>
                    <a:pt x="984" y="2644"/>
                  </a:cubicBezTo>
                  <a:lnTo>
                    <a:pt x="1448" y="2644"/>
                  </a:lnTo>
                  <a:cubicBezTo>
                    <a:pt x="1485" y="2644"/>
                    <a:pt x="1513" y="2617"/>
                    <a:pt x="1513" y="2589"/>
                  </a:cubicBezTo>
                  <a:cubicBezTo>
                    <a:pt x="1513" y="2552"/>
                    <a:pt x="1485" y="2524"/>
                    <a:pt x="1448" y="2524"/>
                  </a:cubicBezTo>
                  <a:close/>
                  <a:moveTo>
                    <a:pt x="1912" y="2524"/>
                  </a:moveTo>
                  <a:cubicBezTo>
                    <a:pt x="1884" y="2524"/>
                    <a:pt x="1856" y="2552"/>
                    <a:pt x="1856" y="2589"/>
                  </a:cubicBezTo>
                  <a:cubicBezTo>
                    <a:pt x="1856" y="2617"/>
                    <a:pt x="1884" y="2644"/>
                    <a:pt x="1912" y="2644"/>
                  </a:cubicBezTo>
                  <a:lnTo>
                    <a:pt x="2375" y="2644"/>
                  </a:lnTo>
                  <a:cubicBezTo>
                    <a:pt x="2413" y="2644"/>
                    <a:pt x="2440" y="2617"/>
                    <a:pt x="2440" y="2589"/>
                  </a:cubicBezTo>
                  <a:cubicBezTo>
                    <a:pt x="2440" y="2552"/>
                    <a:pt x="2413" y="2524"/>
                    <a:pt x="2375" y="2524"/>
                  </a:cubicBezTo>
                  <a:close/>
                  <a:moveTo>
                    <a:pt x="2839" y="2524"/>
                  </a:moveTo>
                  <a:cubicBezTo>
                    <a:pt x="2812" y="2524"/>
                    <a:pt x="2784" y="2552"/>
                    <a:pt x="2784" y="2589"/>
                  </a:cubicBezTo>
                  <a:cubicBezTo>
                    <a:pt x="2784" y="2617"/>
                    <a:pt x="2812" y="2644"/>
                    <a:pt x="2839" y="2644"/>
                  </a:cubicBezTo>
                  <a:lnTo>
                    <a:pt x="3303" y="2644"/>
                  </a:lnTo>
                  <a:cubicBezTo>
                    <a:pt x="3340" y="2644"/>
                    <a:pt x="3368" y="2617"/>
                    <a:pt x="3368" y="2589"/>
                  </a:cubicBezTo>
                  <a:cubicBezTo>
                    <a:pt x="3368" y="2552"/>
                    <a:pt x="3340" y="2524"/>
                    <a:pt x="3303" y="2524"/>
                  </a:cubicBezTo>
                  <a:close/>
                  <a:moveTo>
                    <a:pt x="3767" y="2524"/>
                  </a:moveTo>
                  <a:cubicBezTo>
                    <a:pt x="3739" y="2524"/>
                    <a:pt x="3711" y="2552"/>
                    <a:pt x="3711" y="2589"/>
                  </a:cubicBezTo>
                  <a:cubicBezTo>
                    <a:pt x="3711" y="2617"/>
                    <a:pt x="3739" y="2644"/>
                    <a:pt x="3767" y="2644"/>
                  </a:cubicBezTo>
                  <a:lnTo>
                    <a:pt x="4231" y="2644"/>
                  </a:lnTo>
                  <a:cubicBezTo>
                    <a:pt x="4268" y="2644"/>
                    <a:pt x="4296" y="2617"/>
                    <a:pt x="4296" y="2589"/>
                  </a:cubicBezTo>
                  <a:cubicBezTo>
                    <a:pt x="4296" y="2552"/>
                    <a:pt x="4268" y="2524"/>
                    <a:pt x="4231" y="2524"/>
                  </a:cubicBezTo>
                  <a:close/>
                  <a:moveTo>
                    <a:pt x="4695" y="2524"/>
                  </a:moveTo>
                  <a:cubicBezTo>
                    <a:pt x="4667" y="2524"/>
                    <a:pt x="4639" y="2552"/>
                    <a:pt x="4639" y="2589"/>
                  </a:cubicBezTo>
                  <a:cubicBezTo>
                    <a:pt x="4639" y="2617"/>
                    <a:pt x="4667" y="2644"/>
                    <a:pt x="4695" y="2644"/>
                  </a:cubicBezTo>
                  <a:lnTo>
                    <a:pt x="5159" y="2644"/>
                  </a:lnTo>
                  <a:cubicBezTo>
                    <a:pt x="5196" y="2644"/>
                    <a:pt x="5223" y="2617"/>
                    <a:pt x="5223" y="2589"/>
                  </a:cubicBezTo>
                  <a:cubicBezTo>
                    <a:pt x="5223" y="2552"/>
                    <a:pt x="5196" y="2524"/>
                    <a:pt x="5159" y="2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7" name="Google Shape;1086;p26">
              <a:extLst>
                <a:ext uri="{FF2B5EF4-FFF2-40B4-BE49-F238E27FC236}">
                  <a16:creationId xmlns:a16="http://schemas.microsoft.com/office/drawing/2014/main" id="{3A9C178F-EE07-91DC-C53D-EC5E5F14FFF9}"/>
                </a:ext>
              </a:extLst>
            </p:cNvPr>
            <p:cNvSpPr/>
            <p:nvPr/>
          </p:nvSpPr>
          <p:spPr>
            <a:xfrm>
              <a:off x="7313500" y="2548975"/>
              <a:ext cx="85375" cy="41525"/>
            </a:xfrm>
            <a:custGeom>
              <a:avLst/>
              <a:gdLst/>
              <a:ahLst/>
              <a:cxnLst/>
              <a:rect l="l" t="t" r="r" b="b"/>
              <a:pathLst>
                <a:path w="3415" h="1661" extrusionOk="0">
                  <a:moveTo>
                    <a:pt x="3358" y="0"/>
                  </a:moveTo>
                  <a:cubicBezTo>
                    <a:pt x="3321" y="0"/>
                    <a:pt x="3293" y="28"/>
                    <a:pt x="3293" y="65"/>
                  </a:cubicBezTo>
                  <a:lnTo>
                    <a:pt x="3293" y="260"/>
                  </a:lnTo>
                  <a:cubicBezTo>
                    <a:pt x="3293" y="297"/>
                    <a:pt x="3321" y="316"/>
                    <a:pt x="3358" y="316"/>
                  </a:cubicBezTo>
                  <a:cubicBezTo>
                    <a:pt x="3386" y="316"/>
                    <a:pt x="3414" y="297"/>
                    <a:pt x="3414" y="260"/>
                  </a:cubicBezTo>
                  <a:lnTo>
                    <a:pt x="3414" y="65"/>
                  </a:lnTo>
                  <a:cubicBezTo>
                    <a:pt x="3414" y="28"/>
                    <a:pt x="3386" y="0"/>
                    <a:pt x="3358" y="0"/>
                  </a:cubicBezTo>
                  <a:close/>
                  <a:moveTo>
                    <a:pt x="56" y="613"/>
                  </a:moveTo>
                  <a:cubicBezTo>
                    <a:pt x="28" y="613"/>
                    <a:pt x="0" y="641"/>
                    <a:pt x="0" y="668"/>
                  </a:cubicBezTo>
                  <a:lnTo>
                    <a:pt x="0" y="678"/>
                  </a:lnTo>
                  <a:cubicBezTo>
                    <a:pt x="0" y="706"/>
                    <a:pt x="28" y="733"/>
                    <a:pt x="56" y="733"/>
                  </a:cubicBezTo>
                  <a:lnTo>
                    <a:pt x="520" y="733"/>
                  </a:lnTo>
                  <a:cubicBezTo>
                    <a:pt x="548" y="733"/>
                    <a:pt x="575" y="706"/>
                    <a:pt x="575" y="668"/>
                  </a:cubicBezTo>
                  <a:cubicBezTo>
                    <a:pt x="575" y="641"/>
                    <a:pt x="548" y="613"/>
                    <a:pt x="520" y="613"/>
                  </a:cubicBezTo>
                  <a:close/>
                  <a:moveTo>
                    <a:pt x="984" y="613"/>
                  </a:moveTo>
                  <a:cubicBezTo>
                    <a:pt x="946" y="613"/>
                    <a:pt x="928" y="641"/>
                    <a:pt x="928" y="668"/>
                  </a:cubicBezTo>
                  <a:cubicBezTo>
                    <a:pt x="928" y="706"/>
                    <a:pt x="946" y="733"/>
                    <a:pt x="984" y="733"/>
                  </a:cubicBezTo>
                  <a:lnTo>
                    <a:pt x="1447" y="733"/>
                  </a:lnTo>
                  <a:cubicBezTo>
                    <a:pt x="1475" y="733"/>
                    <a:pt x="1503" y="706"/>
                    <a:pt x="1503" y="668"/>
                  </a:cubicBezTo>
                  <a:cubicBezTo>
                    <a:pt x="1503" y="641"/>
                    <a:pt x="1475" y="613"/>
                    <a:pt x="1447" y="613"/>
                  </a:cubicBezTo>
                  <a:close/>
                  <a:moveTo>
                    <a:pt x="1911" y="613"/>
                  </a:moveTo>
                  <a:cubicBezTo>
                    <a:pt x="1874" y="613"/>
                    <a:pt x="1856" y="641"/>
                    <a:pt x="1856" y="668"/>
                  </a:cubicBezTo>
                  <a:cubicBezTo>
                    <a:pt x="1856" y="706"/>
                    <a:pt x="1874" y="733"/>
                    <a:pt x="1911" y="733"/>
                  </a:cubicBezTo>
                  <a:lnTo>
                    <a:pt x="2375" y="733"/>
                  </a:lnTo>
                  <a:cubicBezTo>
                    <a:pt x="2403" y="733"/>
                    <a:pt x="2431" y="706"/>
                    <a:pt x="2431" y="668"/>
                  </a:cubicBezTo>
                  <a:cubicBezTo>
                    <a:pt x="2431" y="641"/>
                    <a:pt x="2403" y="613"/>
                    <a:pt x="2375" y="613"/>
                  </a:cubicBezTo>
                  <a:close/>
                  <a:moveTo>
                    <a:pt x="2839" y="613"/>
                  </a:moveTo>
                  <a:cubicBezTo>
                    <a:pt x="2802" y="613"/>
                    <a:pt x="2783" y="641"/>
                    <a:pt x="2783" y="668"/>
                  </a:cubicBezTo>
                  <a:cubicBezTo>
                    <a:pt x="2783" y="706"/>
                    <a:pt x="2802" y="733"/>
                    <a:pt x="2839" y="733"/>
                  </a:cubicBezTo>
                  <a:lnTo>
                    <a:pt x="3303" y="733"/>
                  </a:lnTo>
                  <a:cubicBezTo>
                    <a:pt x="3331" y="733"/>
                    <a:pt x="3358" y="706"/>
                    <a:pt x="3358" y="668"/>
                  </a:cubicBezTo>
                  <a:cubicBezTo>
                    <a:pt x="3358" y="641"/>
                    <a:pt x="3331" y="613"/>
                    <a:pt x="3303" y="613"/>
                  </a:cubicBezTo>
                  <a:close/>
                  <a:moveTo>
                    <a:pt x="56" y="1086"/>
                  </a:moveTo>
                  <a:cubicBezTo>
                    <a:pt x="28" y="1086"/>
                    <a:pt x="0" y="1104"/>
                    <a:pt x="0" y="1142"/>
                  </a:cubicBezTo>
                  <a:lnTo>
                    <a:pt x="0" y="1605"/>
                  </a:lnTo>
                  <a:cubicBezTo>
                    <a:pt x="0" y="1633"/>
                    <a:pt x="28" y="1661"/>
                    <a:pt x="56" y="1661"/>
                  </a:cubicBezTo>
                  <a:cubicBezTo>
                    <a:pt x="93" y="1661"/>
                    <a:pt x="121" y="1633"/>
                    <a:pt x="121" y="1605"/>
                  </a:cubicBezTo>
                  <a:lnTo>
                    <a:pt x="121" y="1142"/>
                  </a:lnTo>
                  <a:cubicBezTo>
                    <a:pt x="121" y="1104"/>
                    <a:pt x="93" y="1086"/>
                    <a:pt x="56" y="1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8" name="Google Shape;1087;p26">
              <a:extLst>
                <a:ext uri="{FF2B5EF4-FFF2-40B4-BE49-F238E27FC236}">
                  <a16:creationId xmlns:a16="http://schemas.microsoft.com/office/drawing/2014/main" id="{168E468E-E6B2-426D-86CC-6BA52E84D6B6}"/>
                </a:ext>
              </a:extLst>
            </p:cNvPr>
            <p:cNvSpPr/>
            <p:nvPr/>
          </p:nvSpPr>
          <p:spPr>
            <a:xfrm>
              <a:off x="7252725" y="2143825"/>
              <a:ext cx="207600" cy="156800"/>
            </a:xfrm>
            <a:custGeom>
              <a:avLst/>
              <a:gdLst/>
              <a:ahLst/>
              <a:cxnLst/>
              <a:rect l="l" t="t" r="r" b="b"/>
              <a:pathLst>
                <a:path w="8304" h="627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75"/>
                    <a:pt x="56" y="575"/>
                  </a:cubicBezTo>
                  <a:cubicBezTo>
                    <a:pt x="94" y="575"/>
                    <a:pt x="112" y="557"/>
                    <a:pt x="112" y="520"/>
                  </a:cubicBezTo>
                  <a:lnTo>
                    <a:pt x="112" y="56"/>
                  </a:lnTo>
                  <a:cubicBezTo>
                    <a:pt x="112" y="28"/>
                    <a:pt x="94" y="0"/>
                    <a:pt x="56" y="0"/>
                  </a:cubicBezTo>
                  <a:close/>
                  <a:moveTo>
                    <a:pt x="5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7"/>
                  </a:lnTo>
                  <a:cubicBezTo>
                    <a:pt x="1" y="1484"/>
                    <a:pt x="29" y="1503"/>
                    <a:pt x="56" y="1503"/>
                  </a:cubicBezTo>
                  <a:cubicBezTo>
                    <a:pt x="94" y="1503"/>
                    <a:pt x="112" y="1484"/>
                    <a:pt x="112" y="1447"/>
                  </a:cubicBezTo>
                  <a:lnTo>
                    <a:pt x="112" y="984"/>
                  </a:lnTo>
                  <a:cubicBezTo>
                    <a:pt x="112" y="956"/>
                    <a:pt x="94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9" y="1856"/>
                    <a:pt x="1" y="1883"/>
                    <a:pt x="1" y="1911"/>
                  </a:cubicBezTo>
                  <a:lnTo>
                    <a:pt x="1" y="2375"/>
                  </a:lnTo>
                  <a:cubicBezTo>
                    <a:pt x="1" y="2412"/>
                    <a:pt x="29" y="2431"/>
                    <a:pt x="56" y="2431"/>
                  </a:cubicBezTo>
                  <a:cubicBezTo>
                    <a:pt x="94" y="2431"/>
                    <a:pt x="112" y="2412"/>
                    <a:pt x="112" y="2375"/>
                  </a:cubicBezTo>
                  <a:lnTo>
                    <a:pt x="112" y="1911"/>
                  </a:lnTo>
                  <a:cubicBezTo>
                    <a:pt x="112" y="1883"/>
                    <a:pt x="94" y="1856"/>
                    <a:pt x="56" y="1856"/>
                  </a:cubicBezTo>
                  <a:close/>
                  <a:moveTo>
                    <a:pt x="66" y="2774"/>
                  </a:moveTo>
                  <a:cubicBezTo>
                    <a:pt x="29" y="2774"/>
                    <a:pt x="10" y="2802"/>
                    <a:pt x="10" y="2830"/>
                  </a:cubicBezTo>
                  <a:cubicBezTo>
                    <a:pt x="10" y="2867"/>
                    <a:pt x="29" y="2895"/>
                    <a:pt x="66" y="2895"/>
                  </a:cubicBezTo>
                  <a:lnTo>
                    <a:pt x="530" y="2895"/>
                  </a:lnTo>
                  <a:cubicBezTo>
                    <a:pt x="557" y="2895"/>
                    <a:pt x="585" y="2867"/>
                    <a:pt x="585" y="2830"/>
                  </a:cubicBezTo>
                  <a:cubicBezTo>
                    <a:pt x="585" y="2802"/>
                    <a:pt x="557" y="2774"/>
                    <a:pt x="530" y="2774"/>
                  </a:cubicBezTo>
                  <a:close/>
                  <a:moveTo>
                    <a:pt x="993" y="2774"/>
                  </a:moveTo>
                  <a:cubicBezTo>
                    <a:pt x="956" y="2774"/>
                    <a:pt x="938" y="2802"/>
                    <a:pt x="938" y="2830"/>
                  </a:cubicBezTo>
                  <a:cubicBezTo>
                    <a:pt x="938" y="2867"/>
                    <a:pt x="956" y="2895"/>
                    <a:pt x="993" y="2895"/>
                  </a:cubicBezTo>
                  <a:lnTo>
                    <a:pt x="1457" y="2895"/>
                  </a:lnTo>
                  <a:cubicBezTo>
                    <a:pt x="1485" y="2895"/>
                    <a:pt x="1513" y="2867"/>
                    <a:pt x="1513" y="2830"/>
                  </a:cubicBezTo>
                  <a:cubicBezTo>
                    <a:pt x="1513" y="2802"/>
                    <a:pt x="1485" y="2774"/>
                    <a:pt x="1457" y="2774"/>
                  </a:cubicBezTo>
                  <a:close/>
                  <a:moveTo>
                    <a:pt x="1921" y="2774"/>
                  </a:moveTo>
                  <a:cubicBezTo>
                    <a:pt x="1884" y="2774"/>
                    <a:pt x="1865" y="2802"/>
                    <a:pt x="1865" y="2830"/>
                  </a:cubicBezTo>
                  <a:cubicBezTo>
                    <a:pt x="1865" y="2867"/>
                    <a:pt x="1884" y="2895"/>
                    <a:pt x="1921" y="2895"/>
                  </a:cubicBezTo>
                  <a:lnTo>
                    <a:pt x="2385" y="2895"/>
                  </a:lnTo>
                  <a:cubicBezTo>
                    <a:pt x="2413" y="2895"/>
                    <a:pt x="2441" y="2867"/>
                    <a:pt x="2441" y="2830"/>
                  </a:cubicBezTo>
                  <a:cubicBezTo>
                    <a:pt x="2441" y="2802"/>
                    <a:pt x="2413" y="2774"/>
                    <a:pt x="2385" y="2774"/>
                  </a:cubicBezTo>
                  <a:close/>
                  <a:moveTo>
                    <a:pt x="2849" y="2774"/>
                  </a:moveTo>
                  <a:cubicBezTo>
                    <a:pt x="2812" y="2774"/>
                    <a:pt x="2793" y="2802"/>
                    <a:pt x="2793" y="2830"/>
                  </a:cubicBezTo>
                  <a:cubicBezTo>
                    <a:pt x="2793" y="2867"/>
                    <a:pt x="2812" y="2895"/>
                    <a:pt x="2849" y="2895"/>
                  </a:cubicBezTo>
                  <a:lnTo>
                    <a:pt x="3313" y="2895"/>
                  </a:lnTo>
                  <a:cubicBezTo>
                    <a:pt x="3340" y="2895"/>
                    <a:pt x="3368" y="2867"/>
                    <a:pt x="3368" y="2830"/>
                  </a:cubicBezTo>
                  <a:cubicBezTo>
                    <a:pt x="3368" y="2802"/>
                    <a:pt x="3340" y="2774"/>
                    <a:pt x="3313" y="2774"/>
                  </a:cubicBezTo>
                  <a:close/>
                  <a:moveTo>
                    <a:pt x="3776" y="2774"/>
                  </a:moveTo>
                  <a:cubicBezTo>
                    <a:pt x="3739" y="2774"/>
                    <a:pt x="3721" y="2802"/>
                    <a:pt x="3721" y="2830"/>
                  </a:cubicBezTo>
                  <a:cubicBezTo>
                    <a:pt x="3721" y="2867"/>
                    <a:pt x="3739" y="2895"/>
                    <a:pt x="3776" y="2895"/>
                  </a:cubicBezTo>
                  <a:lnTo>
                    <a:pt x="4240" y="2895"/>
                  </a:lnTo>
                  <a:cubicBezTo>
                    <a:pt x="4268" y="2895"/>
                    <a:pt x="4296" y="2867"/>
                    <a:pt x="4296" y="2830"/>
                  </a:cubicBezTo>
                  <a:cubicBezTo>
                    <a:pt x="4296" y="2802"/>
                    <a:pt x="4268" y="2774"/>
                    <a:pt x="4240" y="2774"/>
                  </a:cubicBezTo>
                  <a:close/>
                  <a:moveTo>
                    <a:pt x="4704" y="2774"/>
                  </a:moveTo>
                  <a:cubicBezTo>
                    <a:pt x="4667" y="2774"/>
                    <a:pt x="4648" y="2802"/>
                    <a:pt x="4648" y="2830"/>
                  </a:cubicBezTo>
                  <a:cubicBezTo>
                    <a:pt x="4648" y="2867"/>
                    <a:pt x="4667" y="2895"/>
                    <a:pt x="4704" y="2895"/>
                  </a:cubicBezTo>
                  <a:lnTo>
                    <a:pt x="5168" y="2895"/>
                  </a:lnTo>
                  <a:cubicBezTo>
                    <a:pt x="5196" y="2895"/>
                    <a:pt x="5224" y="2867"/>
                    <a:pt x="5224" y="2830"/>
                  </a:cubicBezTo>
                  <a:cubicBezTo>
                    <a:pt x="5224" y="2802"/>
                    <a:pt x="5196" y="2774"/>
                    <a:pt x="5168" y="2774"/>
                  </a:cubicBezTo>
                  <a:close/>
                  <a:moveTo>
                    <a:pt x="5632" y="2774"/>
                  </a:moveTo>
                  <a:cubicBezTo>
                    <a:pt x="5595" y="2774"/>
                    <a:pt x="5576" y="2802"/>
                    <a:pt x="5576" y="2830"/>
                  </a:cubicBezTo>
                  <a:cubicBezTo>
                    <a:pt x="5576" y="2867"/>
                    <a:pt x="5595" y="2895"/>
                    <a:pt x="5632" y="2895"/>
                  </a:cubicBezTo>
                  <a:lnTo>
                    <a:pt x="6096" y="2895"/>
                  </a:lnTo>
                  <a:cubicBezTo>
                    <a:pt x="6123" y="2895"/>
                    <a:pt x="6151" y="2867"/>
                    <a:pt x="6151" y="2830"/>
                  </a:cubicBezTo>
                  <a:cubicBezTo>
                    <a:pt x="6151" y="2802"/>
                    <a:pt x="6123" y="2774"/>
                    <a:pt x="6096" y="2774"/>
                  </a:cubicBezTo>
                  <a:close/>
                  <a:moveTo>
                    <a:pt x="6559" y="2774"/>
                  </a:moveTo>
                  <a:cubicBezTo>
                    <a:pt x="6522" y="2774"/>
                    <a:pt x="6504" y="2802"/>
                    <a:pt x="6504" y="2830"/>
                  </a:cubicBezTo>
                  <a:cubicBezTo>
                    <a:pt x="6504" y="2867"/>
                    <a:pt x="6522" y="2895"/>
                    <a:pt x="6559" y="2895"/>
                  </a:cubicBezTo>
                  <a:lnTo>
                    <a:pt x="7023" y="2895"/>
                  </a:lnTo>
                  <a:cubicBezTo>
                    <a:pt x="7051" y="2895"/>
                    <a:pt x="7079" y="2867"/>
                    <a:pt x="7079" y="2830"/>
                  </a:cubicBezTo>
                  <a:cubicBezTo>
                    <a:pt x="7079" y="2802"/>
                    <a:pt x="7051" y="2774"/>
                    <a:pt x="7023" y="2774"/>
                  </a:cubicBezTo>
                  <a:close/>
                  <a:moveTo>
                    <a:pt x="7487" y="2774"/>
                  </a:moveTo>
                  <a:cubicBezTo>
                    <a:pt x="7450" y="2774"/>
                    <a:pt x="7431" y="2802"/>
                    <a:pt x="7431" y="2830"/>
                  </a:cubicBezTo>
                  <a:cubicBezTo>
                    <a:pt x="7431" y="2867"/>
                    <a:pt x="7450" y="2895"/>
                    <a:pt x="7487" y="2895"/>
                  </a:cubicBezTo>
                  <a:lnTo>
                    <a:pt x="7951" y="2895"/>
                  </a:lnTo>
                  <a:cubicBezTo>
                    <a:pt x="7979" y="2895"/>
                    <a:pt x="8007" y="2867"/>
                    <a:pt x="8007" y="2830"/>
                  </a:cubicBezTo>
                  <a:cubicBezTo>
                    <a:pt x="8007" y="2802"/>
                    <a:pt x="7979" y="2774"/>
                    <a:pt x="7951" y="2774"/>
                  </a:cubicBezTo>
                  <a:close/>
                  <a:moveTo>
                    <a:pt x="8248" y="2941"/>
                  </a:moveTo>
                  <a:cubicBezTo>
                    <a:pt x="8211" y="2941"/>
                    <a:pt x="8183" y="2969"/>
                    <a:pt x="8183" y="3006"/>
                  </a:cubicBezTo>
                  <a:lnTo>
                    <a:pt x="8183" y="3470"/>
                  </a:lnTo>
                  <a:cubicBezTo>
                    <a:pt x="8183" y="3497"/>
                    <a:pt x="8211" y="3525"/>
                    <a:pt x="8248" y="3525"/>
                  </a:cubicBezTo>
                  <a:cubicBezTo>
                    <a:pt x="8276" y="3525"/>
                    <a:pt x="8303" y="3497"/>
                    <a:pt x="8303" y="3470"/>
                  </a:cubicBezTo>
                  <a:lnTo>
                    <a:pt x="8303" y="3006"/>
                  </a:lnTo>
                  <a:cubicBezTo>
                    <a:pt x="8303" y="2969"/>
                    <a:pt x="8276" y="2941"/>
                    <a:pt x="8248" y="2941"/>
                  </a:cubicBezTo>
                  <a:close/>
                  <a:moveTo>
                    <a:pt x="8248" y="3869"/>
                  </a:moveTo>
                  <a:cubicBezTo>
                    <a:pt x="8211" y="3869"/>
                    <a:pt x="8183" y="3896"/>
                    <a:pt x="8183" y="3933"/>
                  </a:cubicBezTo>
                  <a:lnTo>
                    <a:pt x="8183" y="4397"/>
                  </a:lnTo>
                  <a:cubicBezTo>
                    <a:pt x="8183" y="4425"/>
                    <a:pt x="8211" y="4453"/>
                    <a:pt x="8248" y="4453"/>
                  </a:cubicBezTo>
                  <a:cubicBezTo>
                    <a:pt x="8276" y="4453"/>
                    <a:pt x="8303" y="4425"/>
                    <a:pt x="8303" y="4397"/>
                  </a:cubicBezTo>
                  <a:lnTo>
                    <a:pt x="8303" y="3933"/>
                  </a:lnTo>
                  <a:cubicBezTo>
                    <a:pt x="8303" y="3896"/>
                    <a:pt x="8276" y="3869"/>
                    <a:pt x="8248" y="3869"/>
                  </a:cubicBezTo>
                  <a:close/>
                  <a:moveTo>
                    <a:pt x="8248" y="4796"/>
                  </a:moveTo>
                  <a:cubicBezTo>
                    <a:pt x="8211" y="4796"/>
                    <a:pt x="8183" y="4824"/>
                    <a:pt x="8183" y="4861"/>
                  </a:cubicBezTo>
                  <a:lnTo>
                    <a:pt x="8183" y="5325"/>
                  </a:lnTo>
                  <a:cubicBezTo>
                    <a:pt x="8183" y="5353"/>
                    <a:pt x="8211" y="5381"/>
                    <a:pt x="8248" y="5381"/>
                  </a:cubicBezTo>
                  <a:cubicBezTo>
                    <a:pt x="8276" y="5381"/>
                    <a:pt x="8303" y="5353"/>
                    <a:pt x="8303" y="5325"/>
                  </a:cubicBezTo>
                  <a:lnTo>
                    <a:pt x="8303" y="4861"/>
                  </a:lnTo>
                  <a:cubicBezTo>
                    <a:pt x="8303" y="4824"/>
                    <a:pt x="8276" y="4796"/>
                    <a:pt x="8248" y="4796"/>
                  </a:cubicBezTo>
                  <a:close/>
                  <a:moveTo>
                    <a:pt x="8248" y="5724"/>
                  </a:moveTo>
                  <a:cubicBezTo>
                    <a:pt x="8211" y="5724"/>
                    <a:pt x="8183" y="5752"/>
                    <a:pt x="8183" y="5789"/>
                  </a:cubicBezTo>
                  <a:lnTo>
                    <a:pt x="8183" y="6216"/>
                  </a:lnTo>
                  <a:cubicBezTo>
                    <a:pt x="8183" y="6253"/>
                    <a:pt x="8211" y="6271"/>
                    <a:pt x="8248" y="6271"/>
                  </a:cubicBezTo>
                  <a:cubicBezTo>
                    <a:pt x="8276" y="6271"/>
                    <a:pt x="8303" y="6253"/>
                    <a:pt x="8303" y="6216"/>
                  </a:cubicBezTo>
                  <a:lnTo>
                    <a:pt x="8303" y="5789"/>
                  </a:lnTo>
                  <a:cubicBezTo>
                    <a:pt x="8303" y="5752"/>
                    <a:pt x="8276" y="5724"/>
                    <a:pt x="8248" y="5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9" name="Google Shape;1088;p26">
              <a:extLst>
                <a:ext uri="{FF2B5EF4-FFF2-40B4-BE49-F238E27FC236}">
                  <a16:creationId xmlns:a16="http://schemas.microsoft.com/office/drawing/2014/main" id="{21B6B429-70B2-C2D4-DCE4-B77D59BF5C55}"/>
                </a:ext>
              </a:extLst>
            </p:cNvPr>
            <p:cNvSpPr/>
            <p:nvPr/>
          </p:nvSpPr>
          <p:spPr>
            <a:xfrm>
              <a:off x="7564200" y="1778325"/>
              <a:ext cx="41075" cy="41075"/>
            </a:xfrm>
            <a:custGeom>
              <a:avLst/>
              <a:gdLst/>
              <a:ahLst/>
              <a:cxnLst/>
              <a:rect l="l" t="t" r="r" b="b"/>
              <a:pathLst>
                <a:path w="1643" h="1643" extrusionOk="0">
                  <a:moveTo>
                    <a:pt x="826" y="186"/>
                  </a:moveTo>
                  <a:lnTo>
                    <a:pt x="1049" y="585"/>
                  </a:lnTo>
                  <a:cubicBezTo>
                    <a:pt x="1049" y="594"/>
                    <a:pt x="1058" y="603"/>
                    <a:pt x="1067" y="603"/>
                  </a:cubicBezTo>
                  <a:lnTo>
                    <a:pt x="1466" y="826"/>
                  </a:lnTo>
                  <a:lnTo>
                    <a:pt x="1067" y="1048"/>
                  </a:lnTo>
                  <a:cubicBezTo>
                    <a:pt x="1058" y="1048"/>
                    <a:pt x="1049" y="1058"/>
                    <a:pt x="1039" y="1067"/>
                  </a:cubicBezTo>
                  <a:lnTo>
                    <a:pt x="826" y="1466"/>
                  </a:lnTo>
                  <a:lnTo>
                    <a:pt x="603" y="1067"/>
                  </a:lnTo>
                  <a:cubicBezTo>
                    <a:pt x="603" y="1058"/>
                    <a:pt x="594" y="1048"/>
                    <a:pt x="585" y="1039"/>
                  </a:cubicBezTo>
                  <a:lnTo>
                    <a:pt x="186" y="826"/>
                  </a:lnTo>
                  <a:lnTo>
                    <a:pt x="585" y="603"/>
                  </a:lnTo>
                  <a:cubicBezTo>
                    <a:pt x="594" y="603"/>
                    <a:pt x="603" y="594"/>
                    <a:pt x="603" y="585"/>
                  </a:cubicBezTo>
                  <a:lnTo>
                    <a:pt x="826" y="186"/>
                  </a:lnTo>
                  <a:close/>
                  <a:moveTo>
                    <a:pt x="826" y="0"/>
                  </a:moveTo>
                  <a:cubicBezTo>
                    <a:pt x="807" y="0"/>
                    <a:pt x="789" y="19"/>
                    <a:pt x="780" y="37"/>
                  </a:cubicBezTo>
                  <a:lnTo>
                    <a:pt x="511" y="510"/>
                  </a:lnTo>
                  <a:lnTo>
                    <a:pt x="37" y="770"/>
                  </a:lnTo>
                  <a:cubicBezTo>
                    <a:pt x="19" y="779"/>
                    <a:pt x="0" y="798"/>
                    <a:pt x="0" y="826"/>
                  </a:cubicBezTo>
                  <a:cubicBezTo>
                    <a:pt x="0" y="844"/>
                    <a:pt x="19" y="863"/>
                    <a:pt x="37" y="872"/>
                  </a:cubicBezTo>
                  <a:lnTo>
                    <a:pt x="511" y="1141"/>
                  </a:lnTo>
                  <a:lnTo>
                    <a:pt x="770" y="1614"/>
                  </a:lnTo>
                  <a:cubicBezTo>
                    <a:pt x="780" y="1633"/>
                    <a:pt x="798" y="1642"/>
                    <a:pt x="826" y="1642"/>
                  </a:cubicBezTo>
                  <a:cubicBezTo>
                    <a:pt x="845" y="1642"/>
                    <a:pt x="863" y="1633"/>
                    <a:pt x="872" y="1614"/>
                  </a:cubicBezTo>
                  <a:lnTo>
                    <a:pt x="1141" y="1141"/>
                  </a:lnTo>
                  <a:lnTo>
                    <a:pt x="1615" y="881"/>
                  </a:lnTo>
                  <a:cubicBezTo>
                    <a:pt x="1633" y="863"/>
                    <a:pt x="1642" y="844"/>
                    <a:pt x="1642" y="826"/>
                  </a:cubicBezTo>
                  <a:cubicBezTo>
                    <a:pt x="1642" y="807"/>
                    <a:pt x="1633" y="789"/>
                    <a:pt x="1615" y="779"/>
                  </a:cubicBezTo>
                  <a:lnTo>
                    <a:pt x="1141" y="510"/>
                  </a:lnTo>
                  <a:lnTo>
                    <a:pt x="882" y="37"/>
                  </a:lnTo>
                  <a:cubicBezTo>
                    <a:pt x="863" y="9"/>
                    <a:pt x="845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0" name="Google Shape;1089;p26">
              <a:extLst>
                <a:ext uri="{FF2B5EF4-FFF2-40B4-BE49-F238E27FC236}">
                  <a16:creationId xmlns:a16="http://schemas.microsoft.com/office/drawing/2014/main" id="{2CCEC68E-7C8C-EA91-C517-EF95B3F9AC52}"/>
                </a:ext>
              </a:extLst>
            </p:cNvPr>
            <p:cNvSpPr/>
            <p:nvPr/>
          </p:nvSpPr>
          <p:spPr>
            <a:xfrm>
              <a:off x="6975825" y="2325875"/>
              <a:ext cx="51500" cy="51275"/>
            </a:xfrm>
            <a:custGeom>
              <a:avLst/>
              <a:gdLst/>
              <a:ahLst/>
              <a:cxnLst/>
              <a:rect l="l" t="t" r="r" b="b"/>
              <a:pathLst>
                <a:path w="2060" h="2051" extrusionOk="0">
                  <a:moveTo>
                    <a:pt x="1030" y="177"/>
                  </a:moveTo>
                  <a:lnTo>
                    <a:pt x="1327" y="715"/>
                  </a:lnTo>
                  <a:cubicBezTo>
                    <a:pt x="1327" y="724"/>
                    <a:pt x="1336" y="733"/>
                    <a:pt x="1346" y="733"/>
                  </a:cubicBezTo>
                  <a:lnTo>
                    <a:pt x="1874" y="1030"/>
                  </a:lnTo>
                  <a:lnTo>
                    <a:pt x="1346" y="1318"/>
                  </a:lnTo>
                  <a:cubicBezTo>
                    <a:pt x="1336" y="1327"/>
                    <a:pt x="1327" y="1336"/>
                    <a:pt x="1318" y="1345"/>
                  </a:cubicBezTo>
                  <a:lnTo>
                    <a:pt x="1030" y="1874"/>
                  </a:lnTo>
                  <a:lnTo>
                    <a:pt x="733" y="1336"/>
                  </a:lnTo>
                  <a:cubicBezTo>
                    <a:pt x="733" y="1327"/>
                    <a:pt x="724" y="1318"/>
                    <a:pt x="715" y="1318"/>
                  </a:cubicBezTo>
                  <a:lnTo>
                    <a:pt x="186" y="1021"/>
                  </a:lnTo>
                  <a:lnTo>
                    <a:pt x="715" y="733"/>
                  </a:lnTo>
                  <a:cubicBezTo>
                    <a:pt x="724" y="724"/>
                    <a:pt x="733" y="715"/>
                    <a:pt x="743" y="705"/>
                  </a:cubicBezTo>
                  <a:lnTo>
                    <a:pt x="1030" y="177"/>
                  </a:lnTo>
                  <a:close/>
                  <a:moveTo>
                    <a:pt x="1030" y="0"/>
                  </a:moveTo>
                  <a:cubicBezTo>
                    <a:pt x="1012" y="0"/>
                    <a:pt x="993" y="10"/>
                    <a:pt x="984" y="28"/>
                  </a:cubicBezTo>
                  <a:lnTo>
                    <a:pt x="640" y="640"/>
                  </a:lnTo>
                  <a:lnTo>
                    <a:pt x="28" y="974"/>
                  </a:lnTo>
                  <a:cubicBezTo>
                    <a:pt x="10" y="984"/>
                    <a:pt x="0" y="1002"/>
                    <a:pt x="0" y="1021"/>
                  </a:cubicBezTo>
                  <a:cubicBezTo>
                    <a:pt x="0" y="1039"/>
                    <a:pt x="10" y="1067"/>
                    <a:pt x="28" y="1076"/>
                  </a:cubicBezTo>
                  <a:lnTo>
                    <a:pt x="640" y="1410"/>
                  </a:lnTo>
                  <a:lnTo>
                    <a:pt x="974" y="2023"/>
                  </a:lnTo>
                  <a:cubicBezTo>
                    <a:pt x="984" y="2041"/>
                    <a:pt x="1002" y="2050"/>
                    <a:pt x="1030" y="2050"/>
                  </a:cubicBezTo>
                  <a:cubicBezTo>
                    <a:pt x="1049" y="2050"/>
                    <a:pt x="1067" y="2041"/>
                    <a:pt x="1076" y="2023"/>
                  </a:cubicBezTo>
                  <a:lnTo>
                    <a:pt x="1410" y="1410"/>
                  </a:lnTo>
                  <a:lnTo>
                    <a:pt x="2023" y="1076"/>
                  </a:lnTo>
                  <a:cubicBezTo>
                    <a:pt x="2041" y="1067"/>
                    <a:pt x="2060" y="1049"/>
                    <a:pt x="2060" y="1030"/>
                  </a:cubicBezTo>
                  <a:cubicBezTo>
                    <a:pt x="2060" y="1002"/>
                    <a:pt x="2041" y="984"/>
                    <a:pt x="2023" y="974"/>
                  </a:cubicBezTo>
                  <a:lnTo>
                    <a:pt x="1420" y="640"/>
                  </a:lnTo>
                  <a:lnTo>
                    <a:pt x="1086" y="28"/>
                  </a:lnTo>
                  <a:cubicBezTo>
                    <a:pt x="1076" y="10"/>
                    <a:pt x="1058" y="0"/>
                    <a:pt x="1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1" name="Google Shape;1090;p26">
              <a:extLst>
                <a:ext uri="{FF2B5EF4-FFF2-40B4-BE49-F238E27FC236}">
                  <a16:creationId xmlns:a16="http://schemas.microsoft.com/office/drawing/2014/main" id="{59C3FDD8-A44B-FF1F-7401-C889F25597F8}"/>
                </a:ext>
              </a:extLst>
            </p:cNvPr>
            <p:cNvSpPr/>
            <p:nvPr/>
          </p:nvSpPr>
          <p:spPr>
            <a:xfrm>
              <a:off x="6992525" y="1930925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6" y="112"/>
                  </a:moveTo>
                  <a:cubicBezTo>
                    <a:pt x="622" y="112"/>
                    <a:pt x="770" y="260"/>
                    <a:pt x="770" y="436"/>
                  </a:cubicBezTo>
                  <a:cubicBezTo>
                    <a:pt x="770" y="622"/>
                    <a:pt x="622" y="761"/>
                    <a:pt x="446" y="761"/>
                  </a:cubicBezTo>
                  <a:cubicBezTo>
                    <a:pt x="260" y="761"/>
                    <a:pt x="112" y="622"/>
                    <a:pt x="112" y="436"/>
                  </a:cubicBezTo>
                  <a:cubicBezTo>
                    <a:pt x="112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195" y="0"/>
                    <a:pt x="0" y="195"/>
                    <a:pt x="0" y="436"/>
                  </a:cubicBezTo>
                  <a:cubicBezTo>
                    <a:pt x="0" y="687"/>
                    <a:pt x="195" y="882"/>
                    <a:pt x="446" y="882"/>
                  </a:cubicBezTo>
                  <a:cubicBezTo>
                    <a:pt x="687" y="882"/>
                    <a:pt x="882" y="687"/>
                    <a:pt x="882" y="436"/>
                  </a:cubicBezTo>
                  <a:cubicBezTo>
                    <a:pt x="882" y="195"/>
                    <a:pt x="687" y="0"/>
                    <a:pt x="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2" name="Google Shape;1091;p26">
              <a:extLst>
                <a:ext uri="{FF2B5EF4-FFF2-40B4-BE49-F238E27FC236}">
                  <a16:creationId xmlns:a16="http://schemas.microsoft.com/office/drawing/2014/main" id="{A2F6FA2F-0A18-ED92-33FD-BE76ECB4AE7B}"/>
                </a:ext>
              </a:extLst>
            </p:cNvPr>
            <p:cNvSpPr/>
            <p:nvPr/>
          </p:nvSpPr>
          <p:spPr>
            <a:xfrm>
              <a:off x="6934075" y="2211075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95" y="455"/>
                    <a:pt x="121" y="381"/>
                    <a:pt x="121" y="288"/>
                  </a:cubicBezTo>
                  <a:cubicBezTo>
                    <a:pt x="12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1" y="130"/>
                    <a:pt x="1" y="288"/>
                  </a:cubicBezTo>
                  <a:cubicBezTo>
                    <a:pt x="1" y="446"/>
                    <a:pt x="130" y="566"/>
                    <a:pt x="288" y="566"/>
                  </a:cubicBezTo>
                  <a:cubicBezTo>
                    <a:pt x="446" y="566"/>
                    <a:pt x="566" y="446"/>
                    <a:pt x="566" y="288"/>
                  </a:cubicBezTo>
                  <a:cubicBezTo>
                    <a:pt x="566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3" name="Google Shape;1092;p26">
              <a:extLst>
                <a:ext uri="{FF2B5EF4-FFF2-40B4-BE49-F238E27FC236}">
                  <a16:creationId xmlns:a16="http://schemas.microsoft.com/office/drawing/2014/main" id="{8B496854-67E6-5EE9-5AD9-8657C7212B0D}"/>
                </a:ext>
              </a:extLst>
            </p:cNvPr>
            <p:cNvSpPr/>
            <p:nvPr/>
          </p:nvSpPr>
          <p:spPr>
            <a:xfrm>
              <a:off x="6935000" y="2456875"/>
              <a:ext cx="344900" cy="344675"/>
            </a:xfrm>
            <a:custGeom>
              <a:avLst/>
              <a:gdLst/>
              <a:ahLst/>
              <a:cxnLst/>
              <a:rect l="l" t="t" r="r" b="b"/>
              <a:pathLst>
                <a:path w="13796" h="13787" extrusionOk="0">
                  <a:moveTo>
                    <a:pt x="6912" y="3796"/>
                  </a:moveTo>
                  <a:cubicBezTo>
                    <a:pt x="7506" y="3796"/>
                    <a:pt x="8099" y="3972"/>
                    <a:pt x="8609" y="4315"/>
                  </a:cubicBezTo>
                  <a:cubicBezTo>
                    <a:pt x="9361" y="4816"/>
                    <a:pt x="9853" y="5614"/>
                    <a:pt x="9964" y="6514"/>
                  </a:cubicBezTo>
                  <a:cubicBezTo>
                    <a:pt x="10149" y="7998"/>
                    <a:pt x="9203" y="9427"/>
                    <a:pt x="7765" y="9835"/>
                  </a:cubicBezTo>
                  <a:cubicBezTo>
                    <a:pt x="7482" y="9916"/>
                    <a:pt x="7191" y="9957"/>
                    <a:pt x="6903" y="9957"/>
                  </a:cubicBezTo>
                  <a:cubicBezTo>
                    <a:pt x="6303" y="9957"/>
                    <a:pt x="5712" y="9783"/>
                    <a:pt x="5205" y="9445"/>
                  </a:cubicBezTo>
                  <a:cubicBezTo>
                    <a:pt x="4453" y="8944"/>
                    <a:pt x="3962" y="8147"/>
                    <a:pt x="3851" y="7247"/>
                  </a:cubicBezTo>
                  <a:cubicBezTo>
                    <a:pt x="3674" y="5762"/>
                    <a:pt x="4620" y="4334"/>
                    <a:pt x="6049" y="3916"/>
                  </a:cubicBezTo>
                  <a:cubicBezTo>
                    <a:pt x="6337" y="3842"/>
                    <a:pt x="6624" y="3796"/>
                    <a:pt x="6912" y="3796"/>
                  </a:cubicBezTo>
                  <a:close/>
                  <a:moveTo>
                    <a:pt x="6911" y="3680"/>
                  </a:moveTo>
                  <a:cubicBezTo>
                    <a:pt x="6614" y="3680"/>
                    <a:pt x="6315" y="3721"/>
                    <a:pt x="6021" y="3805"/>
                  </a:cubicBezTo>
                  <a:cubicBezTo>
                    <a:pt x="4528" y="4232"/>
                    <a:pt x="3544" y="5716"/>
                    <a:pt x="3739" y="7256"/>
                  </a:cubicBezTo>
                  <a:cubicBezTo>
                    <a:pt x="3851" y="8193"/>
                    <a:pt x="4361" y="9028"/>
                    <a:pt x="5140" y="9538"/>
                  </a:cubicBezTo>
                  <a:cubicBezTo>
                    <a:pt x="5669" y="9891"/>
                    <a:pt x="6290" y="10076"/>
                    <a:pt x="6912" y="10076"/>
                  </a:cubicBezTo>
                  <a:cubicBezTo>
                    <a:pt x="7209" y="10076"/>
                    <a:pt x="7506" y="10030"/>
                    <a:pt x="7793" y="9946"/>
                  </a:cubicBezTo>
                  <a:cubicBezTo>
                    <a:pt x="9287" y="9519"/>
                    <a:pt x="10270" y="8035"/>
                    <a:pt x="10084" y="6495"/>
                  </a:cubicBezTo>
                  <a:cubicBezTo>
                    <a:pt x="9964" y="5568"/>
                    <a:pt x="9454" y="4733"/>
                    <a:pt x="8674" y="4213"/>
                  </a:cubicBezTo>
                  <a:cubicBezTo>
                    <a:pt x="8147" y="3862"/>
                    <a:pt x="7534" y="3680"/>
                    <a:pt x="6911" y="3680"/>
                  </a:cubicBezTo>
                  <a:close/>
                  <a:moveTo>
                    <a:pt x="5928" y="118"/>
                  </a:moveTo>
                  <a:cubicBezTo>
                    <a:pt x="5934" y="118"/>
                    <a:pt x="5938" y="122"/>
                    <a:pt x="5938" y="122"/>
                  </a:cubicBezTo>
                  <a:cubicBezTo>
                    <a:pt x="5938" y="122"/>
                    <a:pt x="5947" y="122"/>
                    <a:pt x="5947" y="132"/>
                  </a:cubicBezTo>
                  <a:lnTo>
                    <a:pt x="6411" y="1588"/>
                  </a:lnTo>
                  <a:cubicBezTo>
                    <a:pt x="6428" y="1646"/>
                    <a:pt x="6474" y="1682"/>
                    <a:pt x="6530" y="1682"/>
                  </a:cubicBezTo>
                  <a:cubicBezTo>
                    <a:pt x="6537" y="1682"/>
                    <a:pt x="6543" y="1682"/>
                    <a:pt x="6550" y="1681"/>
                  </a:cubicBezTo>
                  <a:cubicBezTo>
                    <a:pt x="6670" y="1672"/>
                    <a:pt x="6789" y="1668"/>
                    <a:pt x="6907" y="1668"/>
                  </a:cubicBezTo>
                  <a:cubicBezTo>
                    <a:pt x="7323" y="1668"/>
                    <a:pt x="7732" y="1719"/>
                    <a:pt x="8136" y="1820"/>
                  </a:cubicBezTo>
                  <a:cubicBezTo>
                    <a:pt x="8150" y="1824"/>
                    <a:pt x="8163" y="1826"/>
                    <a:pt x="8177" y="1826"/>
                  </a:cubicBezTo>
                  <a:cubicBezTo>
                    <a:pt x="8227" y="1826"/>
                    <a:pt x="8272" y="1799"/>
                    <a:pt x="8294" y="1755"/>
                  </a:cubicBezTo>
                  <a:lnTo>
                    <a:pt x="8999" y="391"/>
                  </a:lnTo>
                  <a:cubicBezTo>
                    <a:pt x="8999" y="382"/>
                    <a:pt x="9018" y="382"/>
                    <a:pt x="9027" y="382"/>
                  </a:cubicBezTo>
                  <a:lnTo>
                    <a:pt x="11003" y="1412"/>
                  </a:lnTo>
                  <a:cubicBezTo>
                    <a:pt x="11012" y="1412"/>
                    <a:pt x="11012" y="1430"/>
                    <a:pt x="11012" y="1440"/>
                  </a:cubicBezTo>
                  <a:lnTo>
                    <a:pt x="10307" y="2794"/>
                  </a:lnTo>
                  <a:cubicBezTo>
                    <a:pt x="10279" y="2850"/>
                    <a:pt x="10289" y="2924"/>
                    <a:pt x="10335" y="2961"/>
                  </a:cubicBezTo>
                  <a:cubicBezTo>
                    <a:pt x="10743" y="3313"/>
                    <a:pt x="11086" y="3731"/>
                    <a:pt x="11365" y="4185"/>
                  </a:cubicBezTo>
                  <a:cubicBezTo>
                    <a:pt x="11386" y="4227"/>
                    <a:pt x="11427" y="4248"/>
                    <a:pt x="11474" y="4248"/>
                  </a:cubicBezTo>
                  <a:cubicBezTo>
                    <a:pt x="11490" y="4248"/>
                    <a:pt x="11506" y="4246"/>
                    <a:pt x="11522" y="4241"/>
                  </a:cubicBezTo>
                  <a:lnTo>
                    <a:pt x="12979" y="3787"/>
                  </a:lnTo>
                  <a:cubicBezTo>
                    <a:pt x="12981" y="3784"/>
                    <a:pt x="12985" y="3783"/>
                    <a:pt x="12989" y="3783"/>
                  </a:cubicBezTo>
                  <a:cubicBezTo>
                    <a:pt x="12997" y="3783"/>
                    <a:pt x="13007" y="3789"/>
                    <a:pt x="13007" y="3796"/>
                  </a:cubicBezTo>
                  <a:lnTo>
                    <a:pt x="13675" y="5920"/>
                  </a:lnTo>
                  <a:cubicBezTo>
                    <a:pt x="13675" y="5929"/>
                    <a:pt x="13675" y="5939"/>
                    <a:pt x="13665" y="5948"/>
                  </a:cubicBezTo>
                  <a:lnTo>
                    <a:pt x="12200" y="6403"/>
                  </a:lnTo>
                  <a:cubicBezTo>
                    <a:pt x="12144" y="6421"/>
                    <a:pt x="12107" y="6486"/>
                    <a:pt x="12107" y="6542"/>
                  </a:cubicBezTo>
                  <a:cubicBezTo>
                    <a:pt x="12144" y="7080"/>
                    <a:pt x="12097" y="7618"/>
                    <a:pt x="11968" y="8137"/>
                  </a:cubicBezTo>
                  <a:cubicBezTo>
                    <a:pt x="11958" y="8202"/>
                    <a:pt x="11986" y="8258"/>
                    <a:pt x="12042" y="8295"/>
                  </a:cubicBezTo>
                  <a:lnTo>
                    <a:pt x="13396" y="9000"/>
                  </a:lnTo>
                  <a:cubicBezTo>
                    <a:pt x="13415" y="9000"/>
                    <a:pt x="13415" y="9009"/>
                    <a:pt x="13406" y="9028"/>
                  </a:cubicBezTo>
                  <a:lnTo>
                    <a:pt x="12385" y="10994"/>
                  </a:lnTo>
                  <a:cubicBezTo>
                    <a:pt x="12379" y="11001"/>
                    <a:pt x="12372" y="11008"/>
                    <a:pt x="12365" y="11008"/>
                  </a:cubicBezTo>
                  <a:cubicBezTo>
                    <a:pt x="12363" y="11008"/>
                    <a:pt x="12360" y="11006"/>
                    <a:pt x="12357" y="11004"/>
                  </a:cubicBezTo>
                  <a:lnTo>
                    <a:pt x="10994" y="10299"/>
                  </a:lnTo>
                  <a:cubicBezTo>
                    <a:pt x="10977" y="10289"/>
                    <a:pt x="10957" y="10284"/>
                    <a:pt x="10936" y="10284"/>
                  </a:cubicBezTo>
                  <a:cubicBezTo>
                    <a:pt x="10899" y="10284"/>
                    <a:pt x="10860" y="10300"/>
                    <a:pt x="10836" y="10336"/>
                  </a:cubicBezTo>
                  <a:cubicBezTo>
                    <a:pt x="10483" y="10735"/>
                    <a:pt x="10066" y="11087"/>
                    <a:pt x="9611" y="11366"/>
                  </a:cubicBezTo>
                  <a:cubicBezTo>
                    <a:pt x="9556" y="11393"/>
                    <a:pt x="9528" y="11458"/>
                    <a:pt x="9546" y="11523"/>
                  </a:cubicBezTo>
                  <a:lnTo>
                    <a:pt x="10010" y="12980"/>
                  </a:lnTo>
                  <a:cubicBezTo>
                    <a:pt x="10010" y="12989"/>
                    <a:pt x="10010" y="12998"/>
                    <a:pt x="10001" y="13008"/>
                  </a:cubicBezTo>
                  <a:lnTo>
                    <a:pt x="7877" y="13675"/>
                  </a:lnTo>
                  <a:cubicBezTo>
                    <a:pt x="7867" y="13675"/>
                    <a:pt x="7849" y="13666"/>
                    <a:pt x="7849" y="13657"/>
                  </a:cubicBezTo>
                  <a:lnTo>
                    <a:pt x="7385" y="12200"/>
                  </a:lnTo>
                  <a:cubicBezTo>
                    <a:pt x="7366" y="12145"/>
                    <a:pt x="7320" y="12108"/>
                    <a:pt x="7255" y="12108"/>
                  </a:cubicBezTo>
                  <a:lnTo>
                    <a:pt x="7246" y="12108"/>
                  </a:lnTo>
                  <a:cubicBezTo>
                    <a:pt x="7128" y="12116"/>
                    <a:pt x="7010" y="12120"/>
                    <a:pt x="6892" y="12120"/>
                  </a:cubicBezTo>
                  <a:cubicBezTo>
                    <a:pt x="6479" y="12120"/>
                    <a:pt x="6064" y="12070"/>
                    <a:pt x="5659" y="11969"/>
                  </a:cubicBezTo>
                  <a:cubicBezTo>
                    <a:pt x="5651" y="11967"/>
                    <a:pt x="5643" y="11967"/>
                    <a:pt x="5635" y="11967"/>
                  </a:cubicBezTo>
                  <a:cubicBezTo>
                    <a:pt x="5579" y="11967"/>
                    <a:pt x="5526" y="11994"/>
                    <a:pt x="5502" y="12043"/>
                  </a:cubicBezTo>
                  <a:lnTo>
                    <a:pt x="4797" y="13397"/>
                  </a:lnTo>
                  <a:cubicBezTo>
                    <a:pt x="4797" y="13404"/>
                    <a:pt x="4787" y="13410"/>
                    <a:pt x="4779" y="13410"/>
                  </a:cubicBezTo>
                  <a:cubicBezTo>
                    <a:pt x="4775" y="13410"/>
                    <a:pt x="4772" y="13409"/>
                    <a:pt x="4769" y="13406"/>
                  </a:cubicBezTo>
                  <a:lnTo>
                    <a:pt x="2793" y="12386"/>
                  </a:lnTo>
                  <a:cubicBezTo>
                    <a:pt x="2784" y="12377"/>
                    <a:pt x="2784" y="12367"/>
                    <a:pt x="2784" y="12358"/>
                  </a:cubicBezTo>
                  <a:lnTo>
                    <a:pt x="3489" y="10994"/>
                  </a:lnTo>
                  <a:cubicBezTo>
                    <a:pt x="3517" y="10939"/>
                    <a:pt x="3507" y="10874"/>
                    <a:pt x="3461" y="10828"/>
                  </a:cubicBezTo>
                  <a:cubicBezTo>
                    <a:pt x="3053" y="10475"/>
                    <a:pt x="2709" y="10067"/>
                    <a:pt x="2431" y="9612"/>
                  </a:cubicBezTo>
                  <a:cubicBezTo>
                    <a:pt x="2409" y="9568"/>
                    <a:pt x="2364" y="9542"/>
                    <a:pt x="2314" y="9542"/>
                  </a:cubicBezTo>
                  <a:cubicBezTo>
                    <a:pt x="2301" y="9542"/>
                    <a:pt x="2287" y="9543"/>
                    <a:pt x="2273" y="9547"/>
                  </a:cubicBezTo>
                  <a:lnTo>
                    <a:pt x="817" y="10011"/>
                  </a:lnTo>
                  <a:cubicBezTo>
                    <a:pt x="808" y="10011"/>
                    <a:pt x="789" y="10002"/>
                    <a:pt x="789" y="9993"/>
                  </a:cubicBezTo>
                  <a:lnTo>
                    <a:pt x="121" y="7878"/>
                  </a:lnTo>
                  <a:cubicBezTo>
                    <a:pt x="121" y="7868"/>
                    <a:pt x="121" y="7850"/>
                    <a:pt x="131" y="7850"/>
                  </a:cubicBezTo>
                  <a:lnTo>
                    <a:pt x="1596" y="7386"/>
                  </a:lnTo>
                  <a:cubicBezTo>
                    <a:pt x="1652" y="7367"/>
                    <a:pt x="1689" y="7312"/>
                    <a:pt x="1689" y="7247"/>
                  </a:cubicBezTo>
                  <a:cubicBezTo>
                    <a:pt x="1652" y="6709"/>
                    <a:pt x="1698" y="6180"/>
                    <a:pt x="1828" y="5651"/>
                  </a:cubicBezTo>
                  <a:cubicBezTo>
                    <a:pt x="1837" y="5595"/>
                    <a:pt x="1810" y="5531"/>
                    <a:pt x="1754" y="5503"/>
                  </a:cubicBezTo>
                  <a:lnTo>
                    <a:pt x="400" y="4798"/>
                  </a:lnTo>
                  <a:cubicBezTo>
                    <a:pt x="390" y="4788"/>
                    <a:pt x="381" y="4779"/>
                    <a:pt x="390" y="4770"/>
                  </a:cubicBezTo>
                  <a:lnTo>
                    <a:pt x="1411" y="2794"/>
                  </a:lnTo>
                  <a:cubicBezTo>
                    <a:pt x="1420" y="2785"/>
                    <a:pt x="1429" y="2785"/>
                    <a:pt x="1439" y="2785"/>
                  </a:cubicBezTo>
                  <a:lnTo>
                    <a:pt x="2802" y="3490"/>
                  </a:lnTo>
                  <a:cubicBezTo>
                    <a:pt x="2823" y="3500"/>
                    <a:pt x="2845" y="3505"/>
                    <a:pt x="2867" y="3505"/>
                  </a:cubicBezTo>
                  <a:cubicBezTo>
                    <a:pt x="2904" y="3505"/>
                    <a:pt x="2940" y="3491"/>
                    <a:pt x="2969" y="3462"/>
                  </a:cubicBezTo>
                  <a:cubicBezTo>
                    <a:pt x="3322" y="3054"/>
                    <a:pt x="3730" y="2710"/>
                    <a:pt x="4184" y="2432"/>
                  </a:cubicBezTo>
                  <a:cubicBezTo>
                    <a:pt x="4240" y="2395"/>
                    <a:pt x="4268" y="2330"/>
                    <a:pt x="4249" y="2274"/>
                  </a:cubicBezTo>
                  <a:lnTo>
                    <a:pt x="3786" y="818"/>
                  </a:lnTo>
                  <a:cubicBezTo>
                    <a:pt x="3786" y="799"/>
                    <a:pt x="3786" y="790"/>
                    <a:pt x="3804" y="790"/>
                  </a:cubicBezTo>
                  <a:lnTo>
                    <a:pt x="5919" y="122"/>
                  </a:lnTo>
                  <a:cubicBezTo>
                    <a:pt x="5922" y="119"/>
                    <a:pt x="5925" y="118"/>
                    <a:pt x="5928" y="118"/>
                  </a:cubicBezTo>
                  <a:close/>
                  <a:moveTo>
                    <a:pt x="5925" y="1"/>
                  </a:moveTo>
                  <a:cubicBezTo>
                    <a:pt x="5910" y="1"/>
                    <a:pt x="5896" y="4"/>
                    <a:pt x="5882" y="11"/>
                  </a:cubicBezTo>
                  <a:lnTo>
                    <a:pt x="3767" y="679"/>
                  </a:lnTo>
                  <a:cubicBezTo>
                    <a:pt x="3693" y="697"/>
                    <a:pt x="3656" y="781"/>
                    <a:pt x="3674" y="846"/>
                  </a:cubicBezTo>
                  <a:lnTo>
                    <a:pt x="4138" y="2312"/>
                  </a:lnTo>
                  <a:cubicBezTo>
                    <a:pt x="4138" y="2321"/>
                    <a:pt x="4138" y="2330"/>
                    <a:pt x="4129" y="2330"/>
                  </a:cubicBezTo>
                  <a:cubicBezTo>
                    <a:pt x="3656" y="2618"/>
                    <a:pt x="3238" y="2970"/>
                    <a:pt x="2876" y="3378"/>
                  </a:cubicBezTo>
                  <a:cubicBezTo>
                    <a:pt x="2867" y="3388"/>
                    <a:pt x="2858" y="3388"/>
                    <a:pt x="2849" y="3388"/>
                  </a:cubicBezTo>
                  <a:lnTo>
                    <a:pt x="1494" y="2683"/>
                  </a:lnTo>
                  <a:cubicBezTo>
                    <a:pt x="1474" y="2671"/>
                    <a:pt x="1453" y="2666"/>
                    <a:pt x="1431" y="2666"/>
                  </a:cubicBezTo>
                  <a:cubicBezTo>
                    <a:pt x="1383" y="2666"/>
                    <a:pt x="1334" y="2693"/>
                    <a:pt x="1309" y="2738"/>
                  </a:cubicBezTo>
                  <a:lnTo>
                    <a:pt x="288" y="4714"/>
                  </a:lnTo>
                  <a:cubicBezTo>
                    <a:pt x="251" y="4779"/>
                    <a:pt x="279" y="4863"/>
                    <a:pt x="344" y="4900"/>
                  </a:cubicBezTo>
                  <a:lnTo>
                    <a:pt x="1698" y="5605"/>
                  </a:lnTo>
                  <a:cubicBezTo>
                    <a:pt x="1708" y="5605"/>
                    <a:pt x="1717" y="5614"/>
                    <a:pt x="1708" y="5623"/>
                  </a:cubicBezTo>
                  <a:cubicBezTo>
                    <a:pt x="1578" y="6161"/>
                    <a:pt x="1531" y="6709"/>
                    <a:pt x="1568" y="7256"/>
                  </a:cubicBezTo>
                  <a:cubicBezTo>
                    <a:pt x="1568" y="7265"/>
                    <a:pt x="1568" y="7275"/>
                    <a:pt x="1559" y="7275"/>
                  </a:cubicBezTo>
                  <a:lnTo>
                    <a:pt x="93" y="7738"/>
                  </a:lnTo>
                  <a:cubicBezTo>
                    <a:pt x="66" y="7748"/>
                    <a:pt x="38" y="7766"/>
                    <a:pt x="19" y="7803"/>
                  </a:cubicBezTo>
                  <a:cubicBezTo>
                    <a:pt x="1" y="7831"/>
                    <a:pt x="1" y="7868"/>
                    <a:pt x="10" y="7905"/>
                  </a:cubicBezTo>
                  <a:lnTo>
                    <a:pt x="678" y="10030"/>
                  </a:lnTo>
                  <a:cubicBezTo>
                    <a:pt x="692" y="10087"/>
                    <a:pt x="746" y="10122"/>
                    <a:pt x="803" y="10122"/>
                  </a:cubicBezTo>
                  <a:cubicBezTo>
                    <a:pt x="820" y="10122"/>
                    <a:pt x="837" y="10119"/>
                    <a:pt x="854" y="10113"/>
                  </a:cubicBezTo>
                  <a:lnTo>
                    <a:pt x="2311" y="9659"/>
                  </a:lnTo>
                  <a:cubicBezTo>
                    <a:pt x="2313" y="9656"/>
                    <a:pt x="2316" y="9655"/>
                    <a:pt x="2318" y="9655"/>
                  </a:cubicBezTo>
                  <a:cubicBezTo>
                    <a:pt x="2324" y="9655"/>
                    <a:pt x="2329" y="9661"/>
                    <a:pt x="2329" y="9668"/>
                  </a:cubicBezTo>
                  <a:cubicBezTo>
                    <a:pt x="2617" y="10132"/>
                    <a:pt x="2969" y="10558"/>
                    <a:pt x="3387" y="10920"/>
                  </a:cubicBezTo>
                  <a:cubicBezTo>
                    <a:pt x="3387" y="10920"/>
                    <a:pt x="3396" y="10930"/>
                    <a:pt x="3387" y="10939"/>
                  </a:cubicBezTo>
                  <a:lnTo>
                    <a:pt x="2682" y="12302"/>
                  </a:lnTo>
                  <a:cubicBezTo>
                    <a:pt x="2645" y="12367"/>
                    <a:pt x="2672" y="12451"/>
                    <a:pt x="2737" y="12479"/>
                  </a:cubicBezTo>
                  <a:lnTo>
                    <a:pt x="4713" y="13508"/>
                  </a:lnTo>
                  <a:cubicBezTo>
                    <a:pt x="4733" y="13520"/>
                    <a:pt x="4755" y="13525"/>
                    <a:pt x="4776" y="13525"/>
                  </a:cubicBezTo>
                  <a:cubicBezTo>
                    <a:pt x="4825" y="13525"/>
                    <a:pt x="4873" y="13498"/>
                    <a:pt x="4899" y="13453"/>
                  </a:cubicBezTo>
                  <a:lnTo>
                    <a:pt x="5604" y="12089"/>
                  </a:lnTo>
                  <a:cubicBezTo>
                    <a:pt x="5613" y="12080"/>
                    <a:pt x="5622" y="12080"/>
                    <a:pt x="5632" y="12080"/>
                  </a:cubicBezTo>
                  <a:cubicBezTo>
                    <a:pt x="6043" y="12181"/>
                    <a:pt x="6465" y="12231"/>
                    <a:pt x="6890" y="12231"/>
                  </a:cubicBezTo>
                  <a:cubicBezTo>
                    <a:pt x="7012" y="12231"/>
                    <a:pt x="7133" y="12227"/>
                    <a:pt x="7255" y="12219"/>
                  </a:cubicBezTo>
                  <a:cubicBezTo>
                    <a:pt x="7264" y="12219"/>
                    <a:pt x="7274" y="12228"/>
                    <a:pt x="7274" y="12238"/>
                  </a:cubicBezTo>
                  <a:lnTo>
                    <a:pt x="7737" y="13694"/>
                  </a:lnTo>
                  <a:cubicBezTo>
                    <a:pt x="7747" y="13731"/>
                    <a:pt x="7775" y="13759"/>
                    <a:pt x="7802" y="13777"/>
                  </a:cubicBezTo>
                  <a:cubicBezTo>
                    <a:pt x="7821" y="13787"/>
                    <a:pt x="7849" y="13787"/>
                    <a:pt x="7867" y="13787"/>
                  </a:cubicBezTo>
                  <a:lnTo>
                    <a:pt x="7904" y="13787"/>
                  </a:lnTo>
                  <a:lnTo>
                    <a:pt x="10029" y="13119"/>
                  </a:lnTo>
                  <a:cubicBezTo>
                    <a:pt x="10066" y="13100"/>
                    <a:pt x="10094" y="13082"/>
                    <a:pt x="10112" y="13045"/>
                  </a:cubicBezTo>
                  <a:cubicBezTo>
                    <a:pt x="10131" y="13017"/>
                    <a:pt x="10131" y="12980"/>
                    <a:pt x="10122" y="12943"/>
                  </a:cubicBezTo>
                  <a:lnTo>
                    <a:pt x="9658" y="11486"/>
                  </a:lnTo>
                  <a:cubicBezTo>
                    <a:pt x="9658" y="11477"/>
                    <a:pt x="9658" y="11468"/>
                    <a:pt x="9667" y="11458"/>
                  </a:cubicBezTo>
                  <a:cubicBezTo>
                    <a:pt x="10131" y="11180"/>
                    <a:pt x="10558" y="10828"/>
                    <a:pt x="10919" y="10410"/>
                  </a:cubicBezTo>
                  <a:cubicBezTo>
                    <a:pt x="10919" y="10405"/>
                    <a:pt x="10922" y="10403"/>
                    <a:pt x="10925" y="10403"/>
                  </a:cubicBezTo>
                  <a:cubicBezTo>
                    <a:pt x="10929" y="10403"/>
                    <a:pt x="10933" y="10405"/>
                    <a:pt x="10938" y="10410"/>
                  </a:cubicBezTo>
                  <a:lnTo>
                    <a:pt x="12302" y="11115"/>
                  </a:lnTo>
                  <a:cubicBezTo>
                    <a:pt x="12321" y="11123"/>
                    <a:pt x="12341" y="11127"/>
                    <a:pt x="12361" y="11127"/>
                  </a:cubicBezTo>
                  <a:cubicBezTo>
                    <a:pt x="12411" y="11127"/>
                    <a:pt x="12461" y="11103"/>
                    <a:pt x="12487" y="11050"/>
                  </a:cubicBezTo>
                  <a:lnTo>
                    <a:pt x="13508" y="9083"/>
                  </a:lnTo>
                  <a:cubicBezTo>
                    <a:pt x="13545" y="9019"/>
                    <a:pt x="13517" y="8935"/>
                    <a:pt x="13452" y="8898"/>
                  </a:cubicBezTo>
                  <a:lnTo>
                    <a:pt x="12088" y="8193"/>
                  </a:lnTo>
                  <a:cubicBezTo>
                    <a:pt x="12079" y="8184"/>
                    <a:pt x="12079" y="8174"/>
                    <a:pt x="12079" y="8165"/>
                  </a:cubicBezTo>
                  <a:cubicBezTo>
                    <a:pt x="12209" y="7636"/>
                    <a:pt x="12264" y="7089"/>
                    <a:pt x="12227" y="6542"/>
                  </a:cubicBezTo>
                  <a:cubicBezTo>
                    <a:pt x="12227" y="6532"/>
                    <a:pt x="12227" y="6523"/>
                    <a:pt x="12237" y="6523"/>
                  </a:cubicBezTo>
                  <a:lnTo>
                    <a:pt x="13693" y="6059"/>
                  </a:lnTo>
                  <a:cubicBezTo>
                    <a:pt x="13730" y="6050"/>
                    <a:pt x="13758" y="6022"/>
                    <a:pt x="13777" y="5994"/>
                  </a:cubicBezTo>
                  <a:cubicBezTo>
                    <a:pt x="13795" y="5957"/>
                    <a:pt x="13795" y="5920"/>
                    <a:pt x="13786" y="5883"/>
                  </a:cubicBezTo>
                  <a:lnTo>
                    <a:pt x="13118" y="3768"/>
                  </a:lnTo>
                  <a:cubicBezTo>
                    <a:pt x="13095" y="3706"/>
                    <a:pt x="13040" y="3670"/>
                    <a:pt x="12980" y="3670"/>
                  </a:cubicBezTo>
                  <a:cubicBezTo>
                    <a:pt x="12967" y="3670"/>
                    <a:pt x="12954" y="3672"/>
                    <a:pt x="12942" y="3675"/>
                  </a:cubicBezTo>
                  <a:lnTo>
                    <a:pt x="11485" y="4139"/>
                  </a:lnTo>
                  <a:cubicBezTo>
                    <a:pt x="11476" y="4139"/>
                    <a:pt x="11467" y="4139"/>
                    <a:pt x="11457" y="4130"/>
                  </a:cubicBezTo>
                  <a:cubicBezTo>
                    <a:pt x="11179" y="3657"/>
                    <a:pt x="10827" y="3239"/>
                    <a:pt x="10409" y="2877"/>
                  </a:cubicBezTo>
                  <a:cubicBezTo>
                    <a:pt x="10400" y="2868"/>
                    <a:pt x="10400" y="2859"/>
                    <a:pt x="10409" y="2850"/>
                  </a:cubicBezTo>
                  <a:lnTo>
                    <a:pt x="11114" y="1495"/>
                  </a:lnTo>
                  <a:cubicBezTo>
                    <a:pt x="11142" y="1430"/>
                    <a:pt x="11123" y="1347"/>
                    <a:pt x="11049" y="1310"/>
                  </a:cubicBezTo>
                  <a:lnTo>
                    <a:pt x="9083" y="289"/>
                  </a:lnTo>
                  <a:cubicBezTo>
                    <a:pt x="9063" y="278"/>
                    <a:pt x="9041" y="273"/>
                    <a:pt x="9020" y="273"/>
                  </a:cubicBezTo>
                  <a:cubicBezTo>
                    <a:pt x="8971" y="273"/>
                    <a:pt x="8923" y="300"/>
                    <a:pt x="8897" y="345"/>
                  </a:cubicBezTo>
                  <a:lnTo>
                    <a:pt x="8192" y="1699"/>
                  </a:lnTo>
                  <a:cubicBezTo>
                    <a:pt x="8185" y="1706"/>
                    <a:pt x="8179" y="1712"/>
                    <a:pt x="8172" y="1712"/>
                  </a:cubicBezTo>
                  <a:cubicBezTo>
                    <a:pt x="8170" y="1712"/>
                    <a:pt x="8167" y="1711"/>
                    <a:pt x="8164" y="1709"/>
                  </a:cubicBezTo>
                  <a:cubicBezTo>
                    <a:pt x="7753" y="1608"/>
                    <a:pt x="7330" y="1557"/>
                    <a:pt x="6905" y="1557"/>
                  </a:cubicBezTo>
                  <a:cubicBezTo>
                    <a:pt x="6784" y="1557"/>
                    <a:pt x="6662" y="1561"/>
                    <a:pt x="6541" y="1569"/>
                  </a:cubicBezTo>
                  <a:cubicBezTo>
                    <a:pt x="6531" y="1569"/>
                    <a:pt x="6522" y="1560"/>
                    <a:pt x="6522" y="1560"/>
                  </a:cubicBezTo>
                  <a:lnTo>
                    <a:pt x="6058" y="94"/>
                  </a:lnTo>
                  <a:cubicBezTo>
                    <a:pt x="6049" y="67"/>
                    <a:pt x="6021" y="39"/>
                    <a:pt x="5993" y="20"/>
                  </a:cubicBezTo>
                  <a:cubicBezTo>
                    <a:pt x="5970" y="9"/>
                    <a:pt x="5948" y="1"/>
                    <a:pt x="5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4" name="Google Shape;1093;p26">
              <a:extLst>
                <a:ext uri="{FF2B5EF4-FFF2-40B4-BE49-F238E27FC236}">
                  <a16:creationId xmlns:a16="http://schemas.microsoft.com/office/drawing/2014/main" id="{4FD577A6-DE21-99A4-A00F-28EC5B3B03BE}"/>
                </a:ext>
              </a:extLst>
            </p:cNvPr>
            <p:cNvSpPr/>
            <p:nvPr/>
          </p:nvSpPr>
          <p:spPr>
            <a:xfrm>
              <a:off x="7073000" y="2596525"/>
              <a:ext cx="406100" cy="280875"/>
            </a:xfrm>
            <a:custGeom>
              <a:avLst/>
              <a:gdLst/>
              <a:ahLst/>
              <a:cxnLst/>
              <a:rect l="l" t="t" r="r" b="b"/>
              <a:pathLst>
                <a:path w="16244" h="11235" extrusionOk="0">
                  <a:moveTo>
                    <a:pt x="418" y="0"/>
                  </a:moveTo>
                  <a:cubicBezTo>
                    <a:pt x="186" y="0"/>
                    <a:pt x="0" y="186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095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5" name="Google Shape;1094;p26">
              <a:extLst>
                <a:ext uri="{FF2B5EF4-FFF2-40B4-BE49-F238E27FC236}">
                  <a16:creationId xmlns:a16="http://schemas.microsoft.com/office/drawing/2014/main" id="{C6A939FD-DDD3-A459-94D1-97BB96B42C14}"/>
                </a:ext>
              </a:extLst>
            </p:cNvPr>
            <p:cNvSpPr/>
            <p:nvPr/>
          </p:nvSpPr>
          <p:spPr>
            <a:xfrm>
              <a:off x="7071375" y="2595125"/>
              <a:ext cx="409350" cy="283650"/>
            </a:xfrm>
            <a:custGeom>
              <a:avLst/>
              <a:gdLst/>
              <a:ahLst/>
              <a:cxnLst/>
              <a:rect l="l" t="t" r="r" b="b"/>
              <a:pathLst>
                <a:path w="16374" h="11346" extrusionOk="0">
                  <a:moveTo>
                    <a:pt x="15882" y="112"/>
                  </a:moveTo>
                  <a:cubicBezTo>
                    <a:pt x="16086" y="112"/>
                    <a:pt x="16253" y="279"/>
                    <a:pt x="16253" y="483"/>
                  </a:cubicBezTo>
                  <a:lnTo>
                    <a:pt x="16253" y="11142"/>
                  </a:lnTo>
                  <a:cubicBezTo>
                    <a:pt x="16253" y="11188"/>
                    <a:pt x="1621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53"/>
                    <a:pt x="93" y="11346"/>
                    <a:pt x="214" y="11346"/>
                  </a:cubicBezTo>
                  <a:lnTo>
                    <a:pt x="16160" y="11346"/>
                  </a:lnTo>
                  <a:cubicBezTo>
                    <a:pt x="16281" y="11346"/>
                    <a:pt x="16364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1" y="1"/>
                    <a:pt x="1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6" name="Google Shape;1095;p26">
              <a:extLst>
                <a:ext uri="{FF2B5EF4-FFF2-40B4-BE49-F238E27FC236}">
                  <a16:creationId xmlns:a16="http://schemas.microsoft.com/office/drawing/2014/main" id="{FE46F1FB-F567-66F3-C114-32BD7920A2FE}"/>
                </a:ext>
              </a:extLst>
            </p:cNvPr>
            <p:cNvSpPr/>
            <p:nvPr/>
          </p:nvSpPr>
          <p:spPr>
            <a:xfrm>
              <a:off x="7102675" y="2623425"/>
              <a:ext cx="346750" cy="227075"/>
            </a:xfrm>
            <a:custGeom>
              <a:avLst/>
              <a:gdLst/>
              <a:ahLst/>
              <a:cxnLst/>
              <a:rect l="l" t="t" r="r" b="b"/>
              <a:pathLst>
                <a:path w="13870" h="9083" extrusionOk="0">
                  <a:moveTo>
                    <a:pt x="1" y="0"/>
                  </a:moveTo>
                  <a:lnTo>
                    <a:pt x="1" y="9082"/>
                  </a:lnTo>
                  <a:lnTo>
                    <a:pt x="13869" y="9082"/>
                  </a:lnTo>
                  <a:lnTo>
                    <a:pt x="13869" y="7403"/>
                  </a:lnTo>
                  <a:lnTo>
                    <a:pt x="13869" y="2097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3" name="Google Shape;1096;p26">
              <a:extLst>
                <a:ext uri="{FF2B5EF4-FFF2-40B4-BE49-F238E27FC236}">
                  <a16:creationId xmlns:a16="http://schemas.microsoft.com/office/drawing/2014/main" id="{1A0DABD9-D9B6-7C00-DB4E-340EE82F9FDA}"/>
                </a:ext>
              </a:extLst>
            </p:cNvPr>
            <p:cNvSpPr/>
            <p:nvPr/>
          </p:nvSpPr>
          <p:spPr>
            <a:xfrm>
              <a:off x="7271525" y="2605800"/>
              <a:ext cx="9050" cy="9075"/>
            </a:xfrm>
            <a:custGeom>
              <a:avLst/>
              <a:gdLst/>
              <a:ahLst/>
              <a:cxnLst/>
              <a:rect l="l" t="t" r="r" b="b"/>
              <a:pathLst>
                <a:path w="362" h="363" extrusionOk="0">
                  <a:moveTo>
                    <a:pt x="176" y="112"/>
                  </a:moveTo>
                  <a:cubicBezTo>
                    <a:pt x="214" y="112"/>
                    <a:pt x="251" y="139"/>
                    <a:pt x="251" y="177"/>
                  </a:cubicBezTo>
                  <a:cubicBezTo>
                    <a:pt x="251" y="214"/>
                    <a:pt x="214" y="251"/>
                    <a:pt x="176" y="251"/>
                  </a:cubicBezTo>
                  <a:cubicBezTo>
                    <a:pt x="139" y="251"/>
                    <a:pt x="111" y="214"/>
                    <a:pt x="111" y="177"/>
                  </a:cubicBezTo>
                  <a:cubicBezTo>
                    <a:pt x="111" y="149"/>
                    <a:pt x="139" y="112"/>
                    <a:pt x="176" y="112"/>
                  </a:cubicBezTo>
                  <a:close/>
                  <a:moveTo>
                    <a:pt x="176" y="0"/>
                  </a:moveTo>
                  <a:cubicBezTo>
                    <a:pt x="84" y="0"/>
                    <a:pt x="0" y="84"/>
                    <a:pt x="0" y="177"/>
                  </a:cubicBezTo>
                  <a:cubicBezTo>
                    <a:pt x="0" y="279"/>
                    <a:pt x="84" y="362"/>
                    <a:pt x="176" y="362"/>
                  </a:cubicBezTo>
                  <a:cubicBezTo>
                    <a:pt x="278" y="362"/>
                    <a:pt x="362" y="279"/>
                    <a:pt x="362" y="177"/>
                  </a:cubicBezTo>
                  <a:cubicBezTo>
                    <a:pt x="362" y="84"/>
                    <a:pt x="278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4" name="Google Shape;1097;p26">
              <a:extLst>
                <a:ext uri="{FF2B5EF4-FFF2-40B4-BE49-F238E27FC236}">
                  <a16:creationId xmlns:a16="http://schemas.microsoft.com/office/drawing/2014/main" id="{51C0995F-4C42-871C-8031-A0A6738C8E01}"/>
                </a:ext>
              </a:extLst>
            </p:cNvPr>
            <p:cNvSpPr/>
            <p:nvPr/>
          </p:nvSpPr>
          <p:spPr>
            <a:xfrm>
              <a:off x="7006425" y="2875275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82"/>
                  </a:lnTo>
                  <a:cubicBezTo>
                    <a:pt x="1" y="1197"/>
                    <a:pt x="251" y="1457"/>
                    <a:pt x="567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5" name="Google Shape;1098;p26">
              <a:extLst>
                <a:ext uri="{FF2B5EF4-FFF2-40B4-BE49-F238E27FC236}">
                  <a16:creationId xmlns:a16="http://schemas.microsoft.com/office/drawing/2014/main" id="{09D250C6-CBCC-43F8-1A57-08BAA082671D}"/>
                </a:ext>
              </a:extLst>
            </p:cNvPr>
            <p:cNvSpPr/>
            <p:nvPr/>
          </p:nvSpPr>
          <p:spPr>
            <a:xfrm>
              <a:off x="7005050" y="2873900"/>
              <a:ext cx="542000" cy="39200"/>
            </a:xfrm>
            <a:custGeom>
              <a:avLst/>
              <a:gdLst/>
              <a:ahLst/>
              <a:cxnLst/>
              <a:rect l="l" t="t" r="r" b="b"/>
              <a:pathLst>
                <a:path w="21680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8" y="1447"/>
                  </a:cubicBezTo>
                  <a:lnTo>
                    <a:pt x="622" y="1447"/>
                  </a:lnTo>
                  <a:cubicBezTo>
                    <a:pt x="343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lnTo>
                    <a:pt x="0" y="937"/>
                  </a:lnTo>
                  <a:cubicBezTo>
                    <a:pt x="0" y="1290"/>
                    <a:pt x="279" y="1568"/>
                    <a:pt x="622" y="1568"/>
                  </a:cubicBezTo>
                  <a:lnTo>
                    <a:pt x="21058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2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6" name="Google Shape;1099;p26">
              <a:extLst>
                <a:ext uri="{FF2B5EF4-FFF2-40B4-BE49-F238E27FC236}">
                  <a16:creationId xmlns:a16="http://schemas.microsoft.com/office/drawing/2014/main" id="{3B7B481E-0D2C-D2DE-C9D9-D6BAD2611B98}"/>
                </a:ext>
              </a:extLst>
            </p:cNvPr>
            <p:cNvSpPr/>
            <p:nvPr/>
          </p:nvSpPr>
          <p:spPr>
            <a:xfrm>
              <a:off x="7010150" y="2901725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21216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7" name="Google Shape;1100;p26">
              <a:extLst>
                <a:ext uri="{FF2B5EF4-FFF2-40B4-BE49-F238E27FC236}">
                  <a16:creationId xmlns:a16="http://schemas.microsoft.com/office/drawing/2014/main" id="{058F8A06-EC1E-C860-AD47-03211E3ADBA7}"/>
                </a:ext>
              </a:extLst>
            </p:cNvPr>
            <p:cNvSpPr/>
            <p:nvPr/>
          </p:nvSpPr>
          <p:spPr>
            <a:xfrm>
              <a:off x="7224425" y="2877600"/>
              <a:ext cx="103000" cy="11400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20" y="455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8" name="Google Shape;1101;p26">
              <a:extLst>
                <a:ext uri="{FF2B5EF4-FFF2-40B4-BE49-F238E27FC236}">
                  <a16:creationId xmlns:a16="http://schemas.microsoft.com/office/drawing/2014/main" id="{BCB8937D-5D4B-865A-8C44-2C74063EFE06}"/>
                </a:ext>
              </a:extLst>
            </p:cNvPr>
            <p:cNvSpPr/>
            <p:nvPr/>
          </p:nvSpPr>
          <p:spPr>
            <a:xfrm>
              <a:off x="7223050" y="2875975"/>
              <a:ext cx="106000" cy="14400"/>
            </a:xfrm>
            <a:custGeom>
              <a:avLst/>
              <a:gdLst/>
              <a:ahLst/>
              <a:cxnLst/>
              <a:rect l="l" t="t" r="r" b="b"/>
              <a:pathLst>
                <a:path w="4240" h="576" extrusionOk="0">
                  <a:moveTo>
                    <a:pt x="4119" y="121"/>
                  </a:moveTo>
                  <a:lnTo>
                    <a:pt x="4119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5" y="1"/>
                  </a:moveTo>
                  <a:cubicBezTo>
                    <a:pt x="28" y="1"/>
                    <a:pt x="0" y="28"/>
                    <a:pt x="0" y="65"/>
                  </a:cubicBezTo>
                  <a:lnTo>
                    <a:pt x="0" y="520"/>
                  </a:lnTo>
                  <a:cubicBezTo>
                    <a:pt x="0" y="548"/>
                    <a:pt x="28" y="576"/>
                    <a:pt x="65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9" name="Google Shape;1102;p26">
              <a:extLst>
                <a:ext uri="{FF2B5EF4-FFF2-40B4-BE49-F238E27FC236}">
                  <a16:creationId xmlns:a16="http://schemas.microsoft.com/office/drawing/2014/main" id="{22D35674-A95D-37CF-D8FF-D10976405757}"/>
                </a:ext>
              </a:extLst>
            </p:cNvPr>
            <p:cNvSpPr/>
            <p:nvPr/>
          </p:nvSpPr>
          <p:spPr>
            <a:xfrm>
              <a:off x="7171800" y="2666550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7" y="1"/>
                  </a:moveTo>
                  <a:cubicBezTo>
                    <a:pt x="139" y="1"/>
                    <a:pt x="0" y="131"/>
                    <a:pt x="0" y="298"/>
                  </a:cubicBezTo>
                  <a:lnTo>
                    <a:pt x="0" y="6058"/>
                  </a:lnTo>
                  <a:cubicBezTo>
                    <a:pt x="0" y="6225"/>
                    <a:pt x="139" y="6355"/>
                    <a:pt x="297" y="6355"/>
                  </a:cubicBezTo>
                  <a:lnTo>
                    <a:pt x="7143" y="6355"/>
                  </a:lnTo>
                  <a:cubicBezTo>
                    <a:pt x="7301" y="6355"/>
                    <a:pt x="7440" y="6225"/>
                    <a:pt x="7431" y="6058"/>
                  </a:cubicBezTo>
                  <a:lnTo>
                    <a:pt x="7431" y="298"/>
                  </a:lnTo>
                  <a:cubicBezTo>
                    <a:pt x="7431" y="131"/>
                    <a:pt x="7301" y="1"/>
                    <a:pt x="7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0" name="Google Shape;1103;p26">
              <a:extLst>
                <a:ext uri="{FF2B5EF4-FFF2-40B4-BE49-F238E27FC236}">
                  <a16:creationId xmlns:a16="http://schemas.microsoft.com/office/drawing/2014/main" id="{02583156-28D3-7713-F026-52585F4EEBEF}"/>
                </a:ext>
              </a:extLst>
            </p:cNvPr>
            <p:cNvSpPr/>
            <p:nvPr/>
          </p:nvSpPr>
          <p:spPr>
            <a:xfrm>
              <a:off x="7184075" y="2654025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9" y="1"/>
                    <a:pt x="1" y="159"/>
                    <a:pt x="1" y="344"/>
                  </a:cubicBezTo>
                  <a:lnTo>
                    <a:pt x="1" y="6012"/>
                  </a:lnTo>
                  <a:cubicBezTo>
                    <a:pt x="1" y="6198"/>
                    <a:pt x="159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1" y="6198"/>
                    <a:pt x="7441" y="6012"/>
                  </a:cubicBezTo>
                  <a:lnTo>
                    <a:pt x="7441" y="344"/>
                  </a:lnTo>
                  <a:cubicBezTo>
                    <a:pt x="7441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1" name="Google Shape;1104;p26">
              <a:extLst>
                <a:ext uri="{FF2B5EF4-FFF2-40B4-BE49-F238E27FC236}">
                  <a16:creationId xmlns:a16="http://schemas.microsoft.com/office/drawing/2014/main" id="{28904CDE-B616-E910-8F54-3B98A549C7E4}"/>
                </a:ext>
              </a:extLst>
            </p:cNvPr>
            <p:cNvSpPr/>
            <p:nvPr/>
          </p:nvSpPr>
          <p:spPr>
            <a:xfrm>
              <a:off x="7182700" y="2652400"/>
              <a:ext cx="188800" cy="162150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3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3" y="6365"/>
                  </a:cubicBezTo>
                  <a:lnTo>
                    <a:pt x="408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8" y="121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09"/>
                  </a:cubicBezTo>
                  <a:lnTo>
                    <a:pt x="0" y="6077"/>
                  </a:lnTo>
                  <a:cubicBezTo>
                    <a:pt x="0" y="6300"/>
                    <a:pt x="186" y="6485"/>
                    <a:pt x="408" y="6485"/>
                  </a:cubicBezTo>
                  <a:lnTo>
                    <a:pt x="7143" y="6485"/>
                  </a:lnTo>
                  <a:cubicBezTo>
                    <a:pt x="7366" y="6485"/>
                    <a:pt x="7551" y="6300"/>
                    <a:pt x="7551" y="6077"/>
                  </a:cubicBezTo>
                  <a:lnTo>
                    <a:pt x="7551" y="409"/>
                  </a:lnTo>
                  <a:cubicBezTo>
                    <a:pt x="7551" y="186"/>
                    <a:pt x="7366" y="1"/>
                    <a:pt x="7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2" name="Google Shape;1105;p26">
              <a:extLst>
                <a:ext uri="{FF2B5EF4-FFF2-40B4-BE49-F238E27FC236}">
                  <a16:creationId xmlns:a16="http://schemas.microsoft.com/office/drawing/2014/main" id="{B7405923-1747-209D-D97F-909704FD2623}"/>
                </a:ext>
              </a:extLst>
            </p:cNvPr>
            <p:cNvSpPr/>
            <p:nvPr/>
          </p:nvSpPr>
          <p:spPr>
            <a:xfrm>
              <a:off x="7212850" y="2737750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39" y="1"/>
                    <a:pt x="0" y="140"/>
                    <a:pt x="0" y="325"/>
                  </a:cubicBezTo>
                  <a:lnTo>
                    <a:pt x="0" y="362"/>
                  </a:lnTo>
                  <a:cubicBezTo>
                    <a:pt x="0" y="539"/>
                    <a:pt x="139" y="687"/>
                    <a:pt x="316" y="687"/>
                  </a:cubicBezTo>
                  <a:lnTo>
                    <a:pt x="4805" y="687"/>
                  </a:lnTo>
                  <a:cubicBezTo>
                    <a:pt x="4982" y="687"/>
                    <a:pt x="5130" y="539"/>
                    <a:pt x="5130" y="362"/>
                  </a:cubicBezTo>
                  <a:lnTo>
                    <a:pt x="5130" y="325"/>
                  </a:lnTo>
                  <a:cubicBezTo>
                    <a:pt x="5130" y="140"/>
                    <a:pt x="4982" y="1"/>
                    <a:pt x="4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3" name="Google Shape;1106;p26">
              <a:extLst>
                <a:ext uri="{FF2B5EF4-FFF2-40B4-BE49-F238E27FC236}">
                  <a16:creationId xmlns:a16="http://schemas.microsoft.com/office/drawing/2014/main" id="{7D4986EF-989A-EA37-0995-C83997B2FF91}"/>
                </a:ext>
              </a:extLst>
            </p:cNvPr>
            <p:cNvSpPr/>
            <p:nvPr/>
          </p:nvSpPr>
          <p:spPr>
            <a:xfrm>
              <a:off x="7211225" y="2736375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70" y="111"/>
                  </a:moveTo>
                  <a:cubicBezTo>
                    <a:pt x="5019" y="111"/>
                    <a:pt x="5130" y="232"/>
                    <a:pt x="5130" y="380"/>
                  </a:cubicBezTo>
                  <a:lnTo>
                    <a:pt x="5130" y="417"/>
                  </a:lnTo>
                  <a:cubicBezTo>
                    <a:pt x="5130" y="566"/>
                    <a:pt x="5019" y="677"/>
                    <a:pt x="4870" y="677"/>
                  </a:cubicBezTo>
                  <a:lnTo>
                    <a:pt x="381" y="677"/>
                  </a:lnTo>
                  <a:cubicBezTo>
                    <a:pt x="241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1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6" y="0"/>
                    <a:pt x="0" y="167"/>
                    <a:pt x="0" y="380"/>
                  </a:cubicBezTo>
                  <a:lnTo>
                    <a:pt x="0" y="417"/>
                  </a:lnTo>
                  <a:cubicBezTo>
                    <a:pt x="0" y="631"/>
                    <a:pt x="176" y="798"/>
                    <a:pt x="381" y="798"/>
                  </a:cubicBezTo>
                  <a:lnTo>
                    <a:pt x="4870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4" name="Google Shape;1107;p26">
              <a:extLst>
                <a:ext uri="{FF2B5EF4-FFF2-40B4-BE49-F238E27FC236}">
                  <a16:creationId xmlns:a16="http://schemas.microsoft.com/office/drawing/2014/main" id="{EEF7F691-A09E-7692-49B7-748015127C8C}"/>
                </a:ext>
              </a:extLst>
            </p:cNvPr>
            <p:cNvSpPr/>
            <p:nvPr/>
          </p:nvSpPr>
          <p:spPr>
            <a:xfrm>
              <a:off x="7226750" y="2742400"/>
              <a:ext cx="99525" cy="7200"/>
            </a:xfrm>
            <a:custGeom>
              <a:avLst/>
              <a:gdLst/>
              <a:ahLst/>
              <a:cxnLst/>
              <a:rect l="l" t="t" r="r" b="b"/>
              <a:pathLst>
                <a:path w="3981" h="288" extrusionOk="0">
                  <a:moveTo>
                    <a:pt x="3851" y="56"/>
                  </a:moveTo>
                  <a:cubicBezTo>
                    <a:pt x="3888" y="56"/>
                    <a:pt x="3925" y="93"/>
                    <a:pt x="3925" y="130"/>
                  </a:cubicBezTo>
                  <a:lnTo>
                    <a:pt x="3925" y="149"/>
                  </a:lnTo>
                  <a:cubicBezTo>
                    <a:pt x="3925" y="195"/>
                    <a:pt x="3888" y="223"/>
                    <a:pt x="3851" y="223"/>
                  </a:cubicBezTo>
                  <a:lnTo>
                    <a:pt x="140" y="223"/>
                  </a:lnTo>
                  <a:cubicBezTo>
                    <a:pt x="94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4" y="56"/>
                    <a:pt x="140" y="56"/>
                  </a:cubicBezTo>
                  <a:close/>
                  <a:moveTo>
                    <a:pt x="131" y="0"/>
                  </a:moveTo>
                  <a:cubicBezTo>
                    <a:pt x="56" y="0"/>
                    <a:pt x="1" y="56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56" y="288"/>
                    <a:pt x="131" y="288"/>
                  </a:cubicBezTo>
                  <a:lnTo>
                    <a:pt x="3841" y="288"/>
                  </a:lnTo>
                  <a:cubicBezTo>
                    <a:pt x="3925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5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" name="Google Shape;1108;p26">
              <a:extLst>
                <a:ext uri="{FF2B5EF4-FFF2-40B4-BE49-F238E27FC236}">
                  <a16:creationId xmlns:a16="http://schemas.microsoft.com/office/drawing/2014/main" id="{104DEE54-7EBC-01B6-4772-ED929A40CA41}"/>
                </a:ext>
              </a:extLst>
            </p:cNvPr>
            <p:cNvSpPr/>
            <p:nvPr/>
          </p:nvSpPr>
          <p:spPr>
            <a:xfrm>
              <a:off x="7234875" y="27644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205" y="0"/>
                  </a:moveTo>
                  <a:cubicBezTo>
                    <a:pt x="93" y="0"/>
                    <a:pt x="0" y="93"/>
                    <a:pt x="0" y="205"/>
                  </a:cubicBezTo>
                  <a:cubicBezTo>
                    <a:pt x="0" y="316"/>
                    <a:pt x="93" y="399"/>
                    <a:pt x="205" y="399"/>
                  </a:cubicBezTo>
                  <a:lnTo>
                    <a:pt x="3164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" name="Google Shape;1109;p26">
              <a:extLst>
                <a:ext uri="{FF2B5EF4-FFF2-40B4-BE49-F238E27FC236}">
                  <a16:creationId xmlns:a16="http://schemas.microsoft.com/office/drawing/2014/main" id="{10EA33C3-001E-8DD2-8169-A40043DFB3D3}"/>
                </a:ext>
              </a:extLst>
            </p:cNvPr>
            <p:cNvSpPr/>
            <p:nvPr/>
          </p:nvSpPr>
          <p:spPr>
            <a:xfrm>
              <a:off x="7233475" y="2763025"/>
              <a:ext cx="86775" cy="13025"/>
            </a:xfrm>
            <a:custGeom>
              <a:avLst/>
              <a:gdLst/>
              <a:ahLst/>
              <a:cxnLst/>
              <a:rect l="l" t="t" r="r" b="b"/>
              <a:pathLst>
                <a:path w="3471" h="521" extrusionOk="0">
                  <a:moveTo>
                    <a:pt x="3211" y="121"/>
                  </a:moveTo>
                  <a:cubicBezTo>
                    <a:pt x="3294" y="121"/>
                    <a:pt x="3359" y="177"/>
                    <a:pt x="3359" y="261"/>
                  </a:cubicBezTo>
                  <a:cubicBezTo>
                    <a:pt x="3359" y="335"/>
                    <a:pt x="3294" y="400"/>
                    <a:pt x="3211" y="400"/>
                  </a:cubicBezTo>
                  <a:lnTo>
                    <a:pt x="261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1" y="121"/>
                  </a:cubicBezTo>
                  <a:close/>
                  <a:moveTo>
                    <a:pt x="261" y="1"/>
                  </a:moveTo>
                  <a:cubicBezTo>
                    <a:pt x="121" y="1"/>
                    <a:pt x="1" y="112"/>
                    <a:pt x="1" y="261"/>
                  </a:cubicBezTo>
                  <a:cubicBezTo>
                    <a:pt x="1" y="400"/>
                    <a:pt x="112" y="520"/>
                    <a:pt x="261" y="520"/>
                  </a:cubicBezTo>
                  <a:lnTo>
                    <a:pt x="3220" y="520"/>
                  </a:lnTo>
                  <a:cubicBezTo>
                    <a:pt x="3359" y="520"/>
                    <a:pt x="3470" y="400"/>
                    <a:pt x="3470" y="261"/>
                  </a:cubicBezTo>
                  <a:cubicBezTo>
                    <a:pt x="3470" y="112"/>
                    <a:pt x="3359" y="1"/>
                    <a:pt x="3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" name="Google Shape;1110;p26">
              <a:extLst>
                <a:ext uri="{FF2B5EF4-FFF2-40B4-BE49-F238E27FC236}">
                  <a16:creationId xmlns:a16="http://schemas.microsoft.com/office/drawing/2014/main" id="{D7F407E5-95D8-F443-E1AA-C78A294CF3D9}"/>
                </a:ext>
              </a:extLst>
            </p:cNvPr>
            <p:cNvSpPr/>
            <p:nvPr/>
          </p:nvSpPr>
          <p:spPr>
            <a:xfrm>
              <a:off x="725180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" name="Google Shape;1111;p26">
              <a:extLst>
                <a:ext uri="{FF2B5EF4-FFF2-40B4-BE49-F238E27FC236}">
                  <a16:creationId xmlns:a16="http://schemas.microsoft.com/office/drawing/2014/main" id="{8405F661-A081-E4A4-B607-F1580C67DFF2}"/>
                </a:ext>
              </a:extLst>
            </p:cNvPr>
            <p:cNvSpPr/>
            <p:nvPr/>
          </p:nvSpPr>
          <p:spPr>
            <a:xfrm>
              <a:off x="72610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6" y="158"/>
                    <a:pt x="196" y="103"/>
                  </a:cubicBezTo>
                  <a:cubicBezTo>
                    <a:pt x="196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9" name="Google Shape;1112;p26">
              <a:extLst>
                <a:ext uri="{FF2B5EF4-FFF2-40B4-BE49-F238E27FC236}">
                  <a16:creationId xmlns:a16="http://schemas.microsoft.com/office/drawing/2014/main" id="{2CA72622-19CB-89B4-205F-7781D2722BD2}"/>
                </a:ext>
              </a:extLst>
            </p:cNvPr>
            <p:cNvSpPr/>
            <p:nvPr/>
          </p:nvSpPr>
          <p:spPr>
            <a:xfrm>
              <a:off x="7269900" y="2766975"/>
              <a:ext cx="4650" cy="4900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65"/>
                  </a:moveTo>
                  <a:cubicBezTo>
                    <a:pt x="112" y="65"/>
                    <a:pt x="130" y="84"/>
                    <a:pt x="130" y="103"/>
                  </a:cubicBezTo>
                  <a:cubicBezTo>
                    <a:pt x="130" y="121"/>
                    <a:pt x="112" y="140"/>
                    <a:pt x="93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93" y="65"/>
                  </a:cubicBezTo>
                  <a:close/>
                  <a:moveTo>
                    <a:pt x="93" y="1"/>
                  </a:moveTo>
                  <a:cubicBezTo>
                    <a:pt x="37" y="1"/>
                    <a:pt x="0" y="47"/>
                    <a:pt x="0" y="103"/>
                  </a:cubicBezTo>
                  <a:cubicBezTo>
                    <a:pt x="0" y="158"/>
                    <a:pt x="37" y="195"/>
                    <a:pt x="93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" name="Google Shape;1113;p26">
              <a:extLst>
                <a:ext uri="{FF2B5EF4-FFF2-40B4-BE49-F238E27FC236}">
                  <a16:creationId xmlns:a16="http://schemas.microsoft.com/office/drawing/2014/main" id="{23BBD8EB-640D-082C-563F-7406ECDAF80B}"/>
                </a:ext>
              </a:extLst>
            </p:cNvPr>
            <p:cNvSpPr/>
            <p:nvPr/>
          </p:nvSpPr>
          <p:spPr>
            <a:xfrm>
              <a:off x="7278950" y="27669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6" y="1"/>
                    <a:pt x="0" y="47"/>
                    <a:pt x="0" y="103"/>
                  </a:cubicBezTo>
                  <a:cubicBezTo>
                    <a:pt x="0" y="158"/>
                    <a:pt x="46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" name="Google Shape;1114;p26">
              <a:extLst>
                <a:ext uri="{FF2B5EF4-FFF2-40B4-BE49-F238E27FC236}">
                  <a16:creationId xmlns:a16="http://schemas.microsoft.com/office/drawing/2014/main" id="{A63E8B2D-3AFB-91C7-0784-AB528C666A40}"/>
                </a:ext>
              </a:extLst>
            </p:cNvPr>
            <p:cNvSpPr/>
            <p:nvPr/>
          </p:nvSpPr>
          <p:spPr>
            <a:xfrm>
              <a:off x="72879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" name="Google Shape;1115;p26">
              <a:extLst>
                <a:ext uri="{FF2B5EF4-FFF2-40B4-BE49-F238E27FC236}">
                  <a16:creationId xmlns:a16="http://schemas.microsoft.com/office/drawing/2014/main" id="{15162C41-424F-29E7-90A9-2114808601FB}"/>
                </a:ext>
              </a:extLst>
            </p:cNvPr>
            <p:cNvSpPr/>
            <p:nvPr/>
          </p:nvSpPr>
          <p:spPr>
            <a:xfrm>
              <a:off x="729725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84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" name="Google Shape;1116;p26">
              <a:extLst>
                <a:ext uri="{FF2B5EF4-FFF2-40B4-BE49-F238E27FC236}">
                  <a16:creationId xmlns:a16="http://schemas.microsoft.com/office/drawing/2014/main" id="{997CF288-2736-39A3-197E-598D4253EDCB}"/>
                </a:ext>
              </a:extLst>
            </p:cNvPr>
            <p:cNvSpPr/>
            <p:nvPr/>
          </p:nvSpPr>
          <p:spPr>
            <a:xfrm>
              <a:off x="7249950" y="2672575"/>
              <a:ext cx="53825" cy="53850"/>
            </a:xfrm>
            <a:custGeom>
              <a:avLst/>
              <a:gdLst/>
              <a:ahLst/>
              <a:cxnLst/>
              <a:rect l="l" t="t" r="r" b="b"/>
              <a:pathLst>
                <a:path w="2153" h="2154" extrusionOk="0"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1"/>
                    <a:pt x="483" y="2153"/>
                    <a:pt x="1077" y="2153"/>
                  </a:cubicBezTo>
                  <a:cubicBezTo>
                    <a:pt x="1670" y="2153"/>
                    <a:pt x="2153" y="1671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" name="Google Shape;1117;p26">
              <a:extLst>
                <a:ext uri="{FF2B5EF4-FFF2-40B4-BE49-F238E27FC236}">
                  <a16:creationId xmlns:a16="http://schemas.microsoft.com/office/drawing/2014/main" id="{13938DEC-85F8-4229-5DAC-91057789D693}"/>
                </a:ext>
              </a:extLst>
            </p:cNvPr>
            <p:cNvSpPr/>
            <p:nvPr/>
          </p:nvSpPr>
          <p:spPr>
            <a:xfrm>
              <a:off x="7248550" y="2671200"/>
              <a:ext cx="56625" cy="56600"/>
            </a:xfrm>
            <a:custGeom>
              <a:avLst/>
              <a:gdLst/>
              <a:ahLst/>
              <a:cxnLst/>
              <a:rect l="l" t="t" r="r" b="b"/>
              <a:pathLst>
                <a:path w="2265" h="2264" extrusionOk="0">
                  <a:moveTo>
                    <a:pt x="1133" y="112"/>
                  </a:moveTo>
                  <a:cubicBezTo>
                    <a:pt x="1698" y="112"/>
                    <a:pt x="2153" y="575"/>
                    <a:pt x="2153" y="1132"/>
                  </a:cubicBezTo>
                  <a:cubicBezTo>
                    <a:pt x="2153" y="1689"/>
                    <a:pt x="1698" y="2152"/>
                    <a:pt x="1133" y="2152"/>
                  </a:cubicBezTo>
                  <a:cubicBezTo>
                    <a:pt x="576" y="2152"/>
                    <a:pt x="121" y="1689"/>
                    <a:pt x="121" y="1132"/>
                  </a:cubicBezTo>
                  <a:cubicBezTo>
                    <a:pt x="121" y="575"/>
                    <a:pt x="576" y="112"/>
                    <a:pt x="1133" y="112"/>
                  </a:cubicBezTo>
                  <a:close/>
                  <a:moveTo>
                    <a:pt x="1133" y="0"/>
                  </a:moveTo>
                  <a:cubicBezTo>
                    <a:pt x="511" y="0"/>
                    <a:pt x="1" y="510"/>
                    <a:pt x="1" y="1132"/>
                  </a:cubicBezTo>
                  <a:cubicBezTo>
                    <a:pt x="1" y="1754"/>
                    <a:pt x="511" y="2264"/>
                    <a:pt x="1133" y="2264"/>
                  </a:cubicBezTo>
                  <a:cubicBezTo>
                    <a:pt x="1754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5" name="Google Shape;1118;p26">
              <a:extLst>
                <a:ext uri="{FF2B5EF4-FFF2-40B4-BE49-F238E27FC236}">
                  <a16:creationId xmlns:a16="http://schemas.microsoft.com/office/drawing/2014/main" id="{07D2B87E-261B-65DC-2C31-D288C7E93C65}"/>
                </a:ext>
              </a:extLst>
            </p:cNvPr>
            <p:cNvSpPr/>
            <p:nvPr/>
          </p:nvSpPr>
          <p:spPr>
            <a:xfrm>
              <a:off x="7265025" y="2701100"/>
              <a:ext cx="23900" cy="12100"/>
            </a:xfrm>
            <a:custGeom>
              <a:avLst/>
              <a:gdLst/>
              <a:ahLst/>
              <a:cxnLst/>
              <a:rect l="l" t="t" r="r" b="b"/>
              <a:pathLst>
                <a:path w="956" h="484" extrusionOk="0">
                  <a:moveTo>
                    <a:pt x="474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6" name="Google Shape;1119;p26">
              <a:extLst>
                <a:ext uri="{FF2B5EF4-FFF2-40B4-BE49-F238E27FC236}">
                  <a16:creationId xmlns:a16="http://schemas.microsoft.com/office/drawing/2014/main" id="{BE06C51C-BC40-9535-7F8A-B7B23A257613}"/>
                </a:ext>
              </a:extLst>
            </p:cNvPr>
            <p:cNvSpPr/>
            <p:nvPr/>
          </p:nvSpPr>
          <p:spPr>
            <a:xfrm>
              <a:off x="7263400" y="2699725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12"/>
                  </a:moveTo>
                  <a:cubicBezTo>
                    <a:pt x="752" y="112"/>
                    <a:pt x="928" y="269"/>
                    <a:pt x="956" y="473"/>
                  </a:cubicBezTo>
                  <a:lnTo>
                    <a:pt x="121" y="473"/>
                  </a:lnTo>
                  <a:cubicBezTo>
                    <a:pt x="149" y="269"/>
                    <a:pt x="325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0" y="241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7" name="Google Shape;1120;p26">
              <a:extLst>
                <a:ext uri="{FF2B5EF4-FFF2-40B4-BE49-F238E27FC236}">
                  <a16:creationId xmlns:a16="http://schemas.microsoft.com/office/drawing/2014/main" id="{8CAAE428-8A33-62AB-3632-A5B1AB725EF8}"/>
                </a:ext>
              </a:extLst>
            </p:cNvPr>
            <p:cNvSpPr/>
            <p:nvPr/>
          </p:nvSpPr>
          <p:spPr>
            <a:xfrm>
              <a:off x="7270125" y="268580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"/>
                  </a:moveTo>
                  <a:cubicBezTo>
                    <a:pt x="121" y="1"/>
                    <a:pt x="1" y="131"/>
                    <a:pt x="1" y="279"/>
                  </a:cubicBezTo>
                  <a:cubicBezTo>
                    <a:pt x="1" y="427"/>
                    <a:pt x="121" y="548"/>
                    <a:pt x="279" y="548"/>
                  </a:cubicBezTo>
                  <a:cubicBezTo>
                    <a:pt x="427" y="548"/>
                    <a:pt x="548" y="427"/>
                    <a:pt x="548" y="279"/>
                  </a:cubicBezTo>
                  <a:cubicBezTo>
                    <a:pt x="548" y="13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8" name="Google Shape;1121;p26">
              <a:extLst>
                <a:ext uri="{FF2B5EF4-FFF2-40B4-BE49-F238E27FC236}">
                  <a16:creationId xmlns:a16="http://schemas.microsoft.com/office/drawing/2014/main" id="{EE8BF754-C724-6A9D-C666-734797149463}"/>
                </a:ext>
              </a:extLst>
            </p:cNvPr>
            <p:cNvSpPr/>
            <p:nvPr/>
          </p:nvSpPr>
          <p:spPr>
            <a:xfrm>
              <a:off x="7268725" y="26844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335" y="121"/>
                  </a:moveTo>
                  <a:cubicBezTo>
                    <a:pt x="446" y="121"/>
                    <a:pt x="539" y="213"/>
                    <a:pt x="548" y="334"/>
                  </a:cubicBezTo>
                  <a:cubicBezTo>
                    <a:pt x="548" y="445"/>
                    <a:pt x="446" y="547"/>
                    <a:pt x="335" y="547"/>
                  </a:cubicBezTo>
                  <a:cubicBezTo>
                    <a:pt x="214" y="547"/>
                    <a:pt x="121" y="445"/>
                    <a:pt x="121" y="334"/>
                  </a:cubicBezTo>
                  <a:cubicBezTo>
                    <a:pt x="121" y="213"/>
                    <a:pt x="214" y="121"/>
                    <a:pt x="335" y="121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8"/>
                    <a:pt x="1" y="334"/>
                  </a:cubicBezTo>
                  <a:cubicBezTo>
                    <a:pt x="1" y="510"/>
                    <a:pt x="149" y="659"/>
                    <a:pt x="33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9" name="Google Shape;1122;p26">
              <a:extLst>
                <a:ext uri="{FF2B5EF4-FFF2-40B4-BE49-F238E27FC236}">
                  <a16:creationId xmlns:a16="http://schemas.microsoft.com/office/drawing/2014/main" id="{E2BD307F-444F-41BF-9A61-651FBFEDFF98}"/>
                </a:ext>
              </a:extLst>
            </p:cNvPr>
            <p:cNvSpPr/>
            <p:nvPr/>
          </p:nvSpPr>
          <p:spPr>
            <a:xfrm>
              <a:off x="7257150" y="2782525"/>
              <a:ext cx="39675" cy="1230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1" y="0"/>
                  </a:moveTo>
                  <a:cubicBezTo>
                    <a:pt x="111" y="0"/>
                    <a:pt x="0" y="111"/>
                    <a:pt x="0" y="251"/>
                  </a:cubicBezTo>
                  <a:cubicBezTo>
                    <a:pt x="0" y="380"/>
                    <a:pt x="111" y="492"/>
                    <a:pt x="241" y="492"/>
                  </a:cubicBezTo>
                  <a:lnTo>
                    <a:pt x="1336" y="492"/>
                  </a:lnTo>
                  <a:cubicBezTo>
                    <a:pt x="1475" y="492"/>
                    <a:pt x="1586" y="380"/>
                    <a:pt x="1586" y="251"/>
                  </a:cubicBezTo>
                  <a:cubicBezTo>
                    <a:pt x="1586" y="111"/>
                    <a:pt x="1475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60" name="Google Shape;1123;p26">
              <a:extLst>
                <a:ext uri="{FF2B5EF4-FFF2-40B4-BE49-F238E27FC236}">
                  <a16:creationId xmlns:a16="http://schemas.microsoft.com/office/drawing/2014/main" id="{1DADF7D5-1E42-0805-1802-CE70288F3C0B}"/>
                </a:ext>
              </a:extLst>
            </p:cNvPr>
            <p:cNvSpPr/>
            <p:nvPr/>
          </p:nvSpPr>
          <p:spPr>
            <a:xfrm>
              <a:off x="7255525" y="2781125"/>
              <a:ext cx="42675" cy="15100"/>
            </a:xfrm>
            <a:custGeom>
              <a:avLst/>
              <a:gdLst/>
              <a:ahLst/>
              <a:cxnLst/>
              <a:rect l="l" t="t" r="r" b="b"/>
              <a:pathLst>
                <a:path w="1707" h="604" extrusionOk="0">
                  <a:moveTo>
                    <a:pt x="1401" y="112"/>
                  </a:moveTo>
                  <a:cubicBezTo>
                    <a:pt x="1503" y="112"/>
                    <a:pt x="1586" y="19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21" y="409"/>
                    <a:pt x="121" y="307"/>
                  </a:cubicBezTo>
                  <a:cubicBezTo>
                    <a:pt x="121" y="195"/>
                    <a:pt x="204" y="112"/>
                    <a:pt x="306" y="112"/>
                  </a:cubicBezTo>
                  <a:close/>
                  <a:moveTo>
                    <a:pt x="306" y="0"/>
                  </a:moveTo>
                  <a:cubicBezTo>
                    <a:pt x="139" y="0"/>
                    <a:pt x="0" y="130"/>
                    <a:pt x="0" y="307"/>
                  </a:cubicBezTo>
                  <a:cubicBezTo>
                    <a:pt x="0" y="474"/>
                    <a:pt x="139" y="603"/>
                    <a:pt x="306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61" name="Google Shape;1124;p26">
              <a:extLst>
                <a:ext uri="{FF2B5EF4-FFF2-40B4-BE49-F238E27FC236}">
                  <a16:creationId xmlns:a16="http://schemas.microsoft.com/office/drawing/2014/main" id="{178C8942-0C57-8E28-1323-583F2C9F86DD}"/>
                </a:ext>
              </a:extLst>
            </p:cNvPr>
            <p:cNvSpPr/>
            <p:nvPr/>
          </p:nvSpPr>
          <p:spPr>
            <a:xfrm>
              <a:off x="7359875" y="1832850"/>
              <a:ext cx="241000" cy="240000"/>
            </a:xfrm>
            <a:custGeom>
              <a:avLst/>
              <a:gdLst/>
              <a:ahLst/>
              <a:cxnLst/>
              <a:rect l="l" t="t" r="r" b="b"/>
              <a:pathLst>
                <a:path w="9640" h="9600" extrusionOk="0">
                  <a:moveTo>
                    <a:pt x="4833" y="2576"/>
                  </a:moveTo>
                  <a:cubicBezTo>
                    <a:pt x="5983" y="2576"/>
                    <a:pt x="6996" y="3477"/>
                    <a:pt x="7042" y="4721"/>
                  </a:cubicBezTo>
                  <a:cubicBezTo>
                    <a:pt x="7069" y="5565"/>
                    <a:pt x="6420" y="6558"/>
                    <a:pt x="5632" y="6855"/>
                  </a:cubicBezTo>
                  <a:cubicBezTo>
                    <a:pt x="5362" y="6957"/>
                    <a:pt x="5090" y="7005"/>
                    <a:pt x="4825" y="7005"/>
                  </a:cubicBezTo>
                  <a:cubicBezTo>
                    <a:pt x="3675" y="7005"/>
                    <a:pt x="2662" y="6104"/>
                    <a:pt x="2617" y="4860"/>
                  </a:cubicBezTo>
                  <a:cubicBezTo>
                    <a:pt x="2580" y="4016"/>
                    <a:pt x="3238" y="3023"/>
                    <a:pt x="4027" y="2727"/>
                  </a:cubicBezTo>
                  <a:cubicBezTo>
                    <a:pt x="4296" y="2624"/>
                    <a:pt x="4568" y="2576"/>
                    <a:pt x="4833" y="2576"/>
                  </a:cubicBezTo>
                  <a:close/>
                  <a:moveTo>
                    <a:pt x="4067" y="0"/>
                  </a:moveTo>
                  <a:cubicBezTo>
                    <a:pt x="4051" y="0"/>
                    <a:pt x="4034" y="3"/>
                    <a:pt x="4017" y="8"/>
                  </a:cubicBezTo>
                  <a:lnTo>
                    <a:pt x="2709" y="426"/>
                  </a:lnTo>
                  <a:cubicBezTo>
                    <a:pt x="2635" y="444"/>
                    <a:pt x="2589" y="537"/>
                    <a:pt x="2617" y="611"/>
                  </a:cubicBezTo>
                  <a:lnTo>
                    <a:pt x="2886" y="1483"/>
                  </a:lnTo>
                  <a:cubicBezTo>
                    <a:pt x="2904" y="1548"/>
                    <a:pt x="2876" y="1613"/>
                    <a:pt x="2821" y="1650"/>
                  </a:cubicBezTo>
                  <a:cubicBezTo>
                    <a:pt x="2533" y="1836"/>
                    <a:pt x="2283" y="2049"/>
                    <a:pt x="2060" y="2291"/>
                  </a:cubicBezTo>
                  <a:cubicBezTo>
                    <a:pt x="2030" y="2326"/>
                    <a:pt x="1989" y="2343"/>
                    <a:pt x="1946" y="2343"/>
                  </a:cubicBezTo>
                  <a:cubicBezTo>
                    <a:pt x="1922" y="2343"/>
                    <a:pt x="1898" y="2338"/>
                    <a:pt x="1874" y="2328"/>
                  </a:cubicBezTo>
                  <a:lnTo>
                    <a:pt x="1077" y="1910"/>
                  </a:lnTo>
                  <a:cubicBezTo>
                    <a:pt x="1052" y="1899"/>
                    <a:pt x="1026" y="1894"/>
                    <a:pt x="1001" y="1894"/>
                  </a:cubicBezTo>
                  <a:cubicBezTo>
                    <a:pt x="943" y="1894"/>
                    <a:pt x="889" y="1923"/>
                    <a:pt x="863" y="1975"/>
                  </a:cubicBezTo>
                  <a:lnTo>
                    <a:pt x="233" y="3190"/>
                  </a:lnTo>
                  <a:cubicBezTo>
                    <a:pt x="195" y="3265"/>
                    <a:pt x="223" y="3357"/>
                    <a:pt x="297" y="3404"/>
                  </a:cubicBezTo>
                  <a:lnTo>
                    <a:pt x="1105" y="3821"/>
                  </a:lnTo>
                  <a:cubicBezTo>
                    <a:pt x="1160" y="3849"/>
                    <a:pt x="1197" y="3923"/>
                    <a:pt x="1179" y="3988"/>
                  </a:cubicBezTo>
                  <a:cubicBezTo>
                    <a:pt x="1105" y="4304"/>
                    <a:pt x="1077" y="4638"/>
                    <a:pt x="1095" y="4971"/>
                  </a:cubicBezTo>
                  <a:cubicBezTo>
                    <a:pt x="1095" y="5046"/>
                    <a:pt x="1058" y="5111"/>
                    <a:pt x="984" y="5129"/>
                  </a:cubicBezTo>
                  <a:lnTo>
                    <a:pt x="121" y="5398"/>
                  </a:lnTo>
                  <a:cubicBezTo>
                    <a:pt x="47" y="5426"/>
                    <a:pt x="1" y="5519"/>
                    <a:pt x="19" y="5593"/>
                  </a:cubicBezTo>
                  <a:lnTo>
                    <a:pt x="437" y="6901"/>
                  </a:lnTo>
                  <a:cubicBezTo>
                    <a:pt x="459" y="6968"/>
                    <a:pt x="517" y="7011"/>
                    <a:pt x="582" y="7011"/>
                  </a:cubicBezTo>
                  <a:cubicBezTo>
                    <a:pt x="598" y="7011"/>
                    <a:pt x="615" y="7009"/>
                    <a:pt x="631" y="7003"/>
                  </a:cubicBezTo>
                  <a:lnTo>
                    <a:pt x="1494" y="6734"/>
                  </a:lnTo>
                  <a:cubicBezTo>
                    <a:pt x="1508" y="6730"/>
                    <a:pt x="1522" y="6728"/>
                    <a:pt x="1536" y="6728"/>
                  </a:cubicBezTo>
                  <a:cubicBezTo>
                    <a:pt x="1588" y="6728"/>
                    <a:pt x="1641" y="6755"/>
                    <a:pt x="1670" y="6799"/>
                  </a:cubicBezTo>
                  <a:cubicBezTo>
                    <a:pt x="1847" y="7087"/>
                    <a:pt x="2069" y="7337"/>
                    <a:pt x="2310" y="7560"/>
                  </a:cubicBezTo>
                  <a:cubicBezTo>
                    <a:pt x="2357" y="7606"/>
                    <a:pt x="2375" y="7680"/>
                    <a:pt x="2338" y="7745"/>
                  </a:cubicBezTo>
                  <a:lnTo>
                    <a:pt x="1921" y="8543"/>
                  </a:lnTo>
                  <a:cubicBezTo>
                    <a:pt x="1884" y="8617"/>
                    <a:pt x="1912" y="8710"/>
                    <a:pt x="1995" y="8756"/>
                  </a:cubicBezTo>
                  <a:lnTo>
                    <a:pt x="3210" y="9387"/>
                  </a:lnTo>
                  <a:cubicBezTo>
                    <a:pt x="3232" y="9398"/>
                    <a:pt x="3256" y="9404"/>
                    <a:pt x="3280" y="9404"/>
                  </a:cubicBezTo>
                  <a:cubicBezTo>
                    <a:pt x="3335" y="9404"/>
                    <a:pt x="3388" y="9374"/>
                    <a:pt x="3414" y="9322"/>
                  </a:cubicBezTo>
                  <a:lnTo>
                    <a:pt x="3832" y="8515"/>
                  </a:lnTo>
                  <a:cubicBezTo>
                    <a:pt x="3861" y="8463"/>
                    <a:pt x="3909" y="8435"/>
                    <a:pt x="3964" y="8435"/>
                  </a:cubicBezTo>
                  <a:cubicBezTo>
                    <a:pt x="3978" y="8435"/>
                    <a:pt x="3993" y="8437"/>
                    <a:pt x="4008" y="8441"/>
                  </a:cubicBezTo>
                  <a:cubicBezTo>
                    <a:pt x="4260" y="8500"/>
                    <a:pt x="4525" y="8530"/>
                    <a:pt x="4791" y="8530"/>
                  </a:cubicBezTo>
                  <a:cubicBezTo>
                    <a:pt x="4858" y="8530"/>
                    <a:pt x="4925" y="8528"/>
                    <a:pt x="4991" y="8524"/>
                  </a:cubicBezTo>
                  <a:cubicBezTo>
                    <a:pt x="5056" y="8524"/>
                    <a:pt x="5121" y="8562"/>
                    <a:pt x="5149" y="8626"/>
                  </a:cubicBezTo>
                  <a:lnTo>
                    <a:pt x="5418" y="9498"/>
                  </a:lnTo>
                  <a:cubicBezTo>
                    <a:pt x="5440" y="9558"/>
                    <a:pt x="5498" y="9599"/>
                    <a:pt x="5563" y="9599"/>
                  </a:cubicBezTo>
                  <a:cubicBezTo>
                    <a:pt x="5580" y="9599"/>
                    <a:pt x="5596" y="9597"/>
                    <a:pt x="5613" y="9591"/>
                  </a:cubicBezTo>
                  <a:lnTo>
                    <a:pt x="6921" y="9183"/>
                  </a:lnTo>
                  <a:cubicBezTo>
                    <a:pt x="7004" y="9155"/>
                    <a:pt x="7042" y="9072"/>
                    <a:pt x="7023" y="8988"/>
                  </a:cubicBezTo>
                  <a:lnTo>
                    <a:pt x="6745" y="8126"/>
                  </a:lnTo>
                  <a:cubicBezTo>
                    <a:pt x="6726" y="8061"/>
                    <a:pt x="6754" y="7986"/>
                    <a:pt x="6810" y="7949"/>
                  </a:cubicBezTo>
                  <a:cubicBezTo>
                    <a:pt x="7097" y="7764"/>
                    <a:pt x="7348" y="7550"/>
                    <a:pt x="7570" y="7309"/>
                  </a:cubicBezTo>
                  <a:cubicBezTo>
                    <a:pt x="7602" y="7278"/>
                    <a:pt x="7646" y="7259"/>
                    <a:pt x="7692" y="7259"/>
                  </a:cubicBezTo>
                  <a:cubicBezTo>
                    <a:pt x="7713" y="7259"/>
                    <a:pt x="7735" y="7263"/>
                    <a:pt x="7756" y="7272"/>
                  </a:cubicBezTo>
                  <a:lnTo>
                    <a:pt x="8563" y="7690"/>
                  </a:lnTo>
                  <a:cubicBezTo>
                    <a:pt x="8585" y="7704"/>
                    <a:pt x="8610" y="7710"/>
                    <a:pt x="8634" y="7710"/>
                  </a:cubicBezTo>
                  <a:cubicBezTo>
                    <a:pt x="8688" y="7710"/>
                    <a:pt x="8741" y="7676"/>
                    <a:pt x="8767" y="7625"/>
                  </a:cubicBezTo>
                  <a:lnTo>
                    <a:pt x="9398" y="6409"/>
                  </a:lnTo>
                  <a:cubicBezTo>
                    <a:pt x="9444" y="6335"/>
                    <a:pt x="9407" y="6242"/>
                    <a:pt x="9333" y="6205"/>
                  </a:cubicBezTo>
                  <a:lnTo>
                    <a:pt x="8535" y="5788"/>
                  </a:lnTo>
                  <a:cubicBezTo>
                    <a:pt x="8470" y="5751"/>
                    <a:pt x="8442" y="5686"/>
                    <a:pt x="8452" y="5612"/>
                  </a:cubicBezTo>
                  <a:cubicBezTo>
                    <a:pt x="8526" y="5296"/>
                    <a:pt x="8554" y="4962"/>
                    <a:pt x="8535" y="4628"/>
                  </a:cubicBezTo>
                  <a:cubicBezTo>
                    <a:pt x="8535" y="4554"/>
                    <a:pt x="8582" y="4498"/>
                    <a:pt x="8646" y="4471"/>
                  </a:cubicBezTo>
                  <a:lnTo>
                    <a:pt x="9509" y="4202"/>
                  </a:lnTo>
                  <a:cubicBezTo>
                    <a:pt x="9593" y="4174"/>
                    <a:pt x="9639" y="4090"/>
                    <a:pt x="9611" y="4007"/>
                  </a:cubicBezTo>
                  <a:lnTo>
                    <a:pt x="9194" y="2699"/>
                  </a:lnTo>
                  <a:cubicBezTo>
                    <a:pt x="9179" y="2632"/>
                    <a:pt x="9116" y="2589"/>
                    <a:pt x="9049" y="2589"/>
                  </a:cubicBezTo>
                  <a:cubicBezTo>
                    <a:pt x="9032" y="2589"/>
                    <a:pt x="9015" y="2591"/>
                    <a:pt x="8999" y="2597"/>
                  </a:cubicBezTo>
                  <a:lnTo>
                    <a:pt x="8136" y="2875"/>
                  </a:lnTo>
                  <a:cubicBezTo>
                    <a:pt x="8123" y="2879"/>
                    <a:pt x="8109" y="2881"/>
                    <a:pt x="8096" y="2881"/>
                  </a:cubicBezTo>
                  <a:cubicBezTo>
                    <a:pt x="8043" y="2881"/>
                    <a:pt x="7990" y="2852"/>
                    <a:pt x="7960" y="2801"/>
                  </a:cubicBezTo>
                  <a:cubicBezTo>
                    <a:pt x="7784" y="2522"/>
                    <a:pt x="7570" y="2263"/>
                    <a:pt x="7329" y="2049"/>
                  </a:cubicBezTo>
                  <a:cubicBezTo>
                    <a:pt x="7274" y="2003"/>
                    <a:pt x="7255" y="1929"/>
                    <a:pt x="7292" y="1864"/>
                  </a:cubicBezTo>
                  <a:lnTo>
                    <a:pt x="7710" y="1057"/>
                  </a:lnTo>
                  <a:cubicBezTo>
                    <a:pt x="7747" y="983"/>
                    <a:pt x="7719" y="890"/>
                    <a:pt x="7645" y="853"/>
                  </a:cubicBezTo>
                  <a:lnTo>
                    <a:pt x="6420" y="222"/>
                  </a:lnTo>
                  <a:cubicBezTo>
                    <a:pt x="6398" y="208"/>
                    <a:pt x="6373" y="201"/>
                    <a:pt x="6349" y="201"/>
                  </a:cubicBezTo>
                  <a:cubicBezTo>
                    <a:pt x="6295" y="201"/>
                    <a:pt x="6242" y="235"/>
                    <a:pt x="6216" y="287"/>
                  </a:cubicBezTo>
                  <a:lnTo>
                    <a:pt x="5799" y="1085"/>
                  </a:lnTo>
                  <a:cubicBezTo>
                    <a:pt x="5774" y="1141"/>
                    <a:pt x="5714" y="1170"/>
                    <a:pt x="5656" y="1170"/>
                  </a:cubicBezTo>
                  <a:cubicBezTo>
                    <a:pt x="5648" y="1170"/>
                    <a:pt x="5640" y="1169"/>
                    <a:pt x="5632" y="1168"/>
                  </a:cubicBezTo>
                  <a:cubicBezTo>
                    <a:pt x="5347" y="1103"/>
                    <a:pt x="5062" y="1074"/>
                    <a:pt x="4765" y="1074"/>
                  </a:cubicBezTo>
                  <a:cubicBezTo>
                    <a:pt x="4723" y="1074"/>
                    <a:pt x="4681" y="1074"/>
                    <a:pt x="4639" y="1075"/>
                  </a:cubicBezTo>
                  <a:cubicBezTo>
                    <a:pt x="4633" y="1076"/>
                    <a:pt x="4628" y="1076"/>
                    <a:pt x="4622" y="1076"/>
                  </a:cubicBezTo>
                  <a:cubicBezTo>
                    <a:pt x="4563" y="1076"/>
                    <a:pt x="4507" y="1033"/>
                    <a:pt x="4491" y="973"/>
                  </a:cubicBezTo>
                  <a:lnTo>
                    <a:pt x="4212" y="111"/>
                  </a:lnTo>
                  <a:cubicBezTo>
                    <a:pt x="4197" y="44"/>
                    <a:pt x="4135" y="0"/>
                    <a:pt x="4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62" name="Google Shape;1125;p26">
              <a:extLst>
                <a:ext uri="{FF2B5EF4-FFF2-40B4-BE49-F238E27FC236}">
                  <a16:creationId xmlns:a16="http://schemas.microsoft.com/office/drawing/2014/main" id="{D8942B9C-9515-4E5D-F91B-D9EE3DF9E0B7}"/>
                </a:ext>
              </a:extLst>
            </p:cNvPr>
            <p:cNvSpPr/>
            <p:nvPr/>
          </p:nvSpPr>
          <p:spPr>
            <a:xfrm>
              <a:off x="7358250" y="1831425"/>
              <a:ext cx="243775" cy="242850"/>
            </a:xfrm>
            <a:custGeom>
              <a:avLst/>
              <a:gdLst/>
              <a:ahLst/>
              <a:cxnLst/>
              <a:rect l="l" t="t" r="r" b="b"/>
              <a:pathLst>
                <a:path w="9751" h="9714" extrusionOk="0">
                  <a:moveTo>
                    <a:pt x="4899" y="2691"/>
                  </a:moveTo>
                  <a:cubicBezTo>
                    <a:pt x="5316" y="2691"/>
                    <a:pt x="5724" y="2811"/>
                    <a:pt x="6077" y="3053"/>
                  </a:cubicBezTo>
                  <a:cubicBezTo>
                    <a:pt x="6671" y="3433"/>
                    <a:pt x="7023" y="4073"/>
                    <a:pt x="7042" y="4778"/>
                  </a:cubicBezTo>
                  <a:cubicBezTo>
                    <a:pt x="7079" y="5594"/>
                    <a:pt x="6439" y="6568"/>
                    <a:pt x="5669" y="6856"/>
                  </a:cubicBezTo>
                  <a:cubicBezTo>
                    <a:pt x="5413" y="6953"/>
                    <a:pt x="5148" y="7001"/>
                    <a:pt x="4885" y="7001"/>
                  </a:cubicBezTo>
                  <a:cubicBezTo>
                    <a:pt x="4470" y="7001"/>
                    <a:pt x="4060" y="6881"/>
                    <a:pt x="3702" y="6643"/>
                  </a:cubicBezTo>
                  <a:cubicBezTo>
                    <a:pt x="3118" y="6253"/>
                    <a:pt x="2765" y="5622"/>
                    <a:pt x="2737" y="4908"/>
                  </a:cubicBezTo>
                  <a:cubicBezTo>
                    <a:pt x="2709" y="4092"/>
                    <a:pt x="3350" y="3127"/>
                    <a:pt x="4110" y="2839"/>
                  </a:cubicBezTo>
                  <a:cubicBezTo>
                    <a:pt x="4370" y="2737"/>
                    <a:pt x="4630" y="2691"/>
                    <a:pt x="4899" y="2691"/>
                  </a:cubicBezTo>
                  <a:close/>
                  <a:moveTo>
                    <a:pt x="4899" y="2572"/>
                  </a:moveTo>
                  <a:cubicBezTo>
                    <a:pt x="4622" y="2572"/>
                    <a:pt x="4343" y="2624"/>
                    <a:pt x="4073" y="2728"/>
                  </a:cubicBezTo>
                  <a:cubicBezTo>
                    <a:pt x="3247" y="3034"/>
                    <a:pt x="2589" y="4036"/>
                    <a:pt x="2617" y="4917"/>
                  </a:cubicBezTo>
                  <a:cubicBezTo>
                    <a:pt x="2645" y="5669"/>
                    <a:pt x="3016" y="6327"/>
                    <a:pt x="3637" y="6745"/>
                  </a:cubicBezTo>
                  <a:cubicBezTo>
                    <a:pt x="4017" y="6995"/>
                    <a:pt x="4444" y="7116"/>
                    <a:pt x="4889" y="7116"/>
                  </a:cubicBezTo>
                  <a:cubicBezTo>
                    <a:pt x="5158" y="7116"/>
                    <a:pt x="5437" y="7069"/>
                    <a:pt x="5715" y="6967"/>
                  </a:cubicBezTo>
                  <a:cubicBezTo>
                    <a:pt x="6531" y="6652"/>
                    <a:pt x="7199" y="5650"/>
                    <a:pt x="7162" y="4778"/>
                  </a:cubicBezTo>
                  <a:cubicBezTo>
                    <a:pt x="7134" y="4027"/>
                    <a:pt x="6763" y="3359"/>
                    <a:pt x="6142" y="2951"/>
                  </a:cubicBezTo>
                  <a:cubicBezTo>
                    <a:pt x="5767" y="2701"/>
                    <a:pt x="5336" y="2572"/>
                    <a:pt x="4899" y="2572"/>
                  </a:cubicBezTo>
                  <a:close/>
                  <a:moveTo>
                    <a:pt x="4144" y="114"/>
                  </a:moveTo>
                  <a:cubicBezTo>
                    <a:pt x="4157" y="114"/>
                    <a:pt x="4171" y="117"/>
                    <a:pt x="4184" y="121"/>
                  </a:cubicBezTo>
                  <a:cubicBezTo>
                    <a:pt x="4203" y="140"/>
                    <a:pt x="4222" y="158"/>
                    <a:pt x="4231" y="186"/>
                  </a:cubicBezTo>
                  <a:lnTo>
                    <a:pt x="4500" y="1049"/>
                  </a:lnTo>
                  <a:cubicBezTo>
                    <a:pt x="4526" y="1127"/>
                    <a:pt x="4609" y="1189"/>
                    <a:pt x="4695" y="1189"/>
                  </a:cubicBezTo>
                  <a:cubicBezTo>
                    <a:pt x="4701" y="1189"/>
                    <a:pt x="4707" y="1189"/>
                    <a:pt x="4713" y="1188"/>
                  </a:cubicBezTo>
                  <a:cubicBezTo>
                    <a:pt x="4753" y="1187"/>
                    <a:pt x="4793" y="1186"/>
                    <a:pt x="4833" y="1186"/>
                  </a:cubicBezTo>
                  <a:cubicBezTo>
                    <a:pt x="5118" y="1186"/>
                    <a:pt x="5403" y="1216"/>
                    <a:pt x="5687" y="1281"/>
                  </a:cubicBezTo>
                  <a:cubicBezTo>
                    <a:pt x="5701" y="1283"/>
                    <a:pt x="5715" y="1285"/>
                    <a:pt x="5728" y="1285"/>
                  </a:cubicBezTo>
                  <a:cubicBezTo>
                    <a:pt x="5806" y="1285"/>
                    <a:pt x="5880" y="1241"/>
                    <a:pt x="5919" y="1169"/>
                  </a:cubicBezTo>
                  <a:lnTo>
                    <a:pt x="6337" y="362"/>
                  </a:lnTo>
                  <a:cubicBezTo>
                    <a:pt x="6346" y="344"/>
                    <a:pt x="6364" y="325"/>
                    <a:pt x="6392" y="316"/>
                  </a:cubicBezTo>
                  <a:cubicBezTo>
                    <a:pt x="6400" y="313"/>
                    <a:pt x="6408" y="312"/>
                    <a:pt x="6415" y="312"/>
                  </a:cubicBezTo>
                  <a:cubicBezTo>
                    <a:pt x="6432" y="312"/>
                    <a:pt x="6447" y="319"/>
                    <a:pt x="6467" y="325"/>
                  </a:cubicBezTo>
                  <a:lnTo>
                    <a:pt x="7682" y="956"/>
                  </a:lnTo>
                  <a:cubicBezTo>
                    <a:pt x="7710" y="965"/>
                    <a:pt x="7719" y="984"/>
                    <a:pt x="7728" y="1012"/>
                  </a:cubicBezTo>
                  <a:cubicBezTo>
                    <a:pt x="7737" y="1040"/>
                    <a:pt x="7737" y="1058"/>
                    <a:pt x="7719" y="1086"/>
                  </a:cubicBezTo>
                  <a:lnTo>
                    <a:pt x="7301" y="1893"/>
                  </a:lnTo>
                  <a:cubicBezTo>
                    <a:pt x="7264" y="1976"/>
                    <a:pt x="7283" y="2079"/>
                    <a:pt x="7357" y="2143"/>
                  </a:cubicBezTo>
                  <a:cubicBezTo>
                    <a:pt x="7598" y="2366"/>
                    <a:pt x="7802" y="2617"/>
                    <a:pt x="7979" y="2886"/>
                  </a:cubicBezTo>
                  <a:cubicBezTo>
                    <a:pt x="8022" y="2951"/>
                    <a:pt x="8093" y="2987"/>
                    <a:pt x="8162" y="2987"/>
                  </a:cubicBezTo>
                  <a:cubicBezTo>
                    <a:pt x="8182" y="2987"/>
                    <a:pt x="8201" y="2985"/>
                    <a:pt x="8220" y="2978"/>
                  </a:cubicBezTo>
                  <a:lnTo>
                    <a:pt x="9083" y="2709"/>
                  </a:lnTo>
                  <a:cubicBezTo>
                    <a:pt x="9094" y="2705"/>
                    <a:pt x="9106" y="2703"/>
                    <a:pt x="9116" y="2703"/>
                  </a:cubicBezTo>
                  <a:cubicBezTo>
                    <a:pt x="9132" y="2703"/>
                    <a:pt x="9146" y="2708"/>
                    <a:pt x="9157" y="2719"/>
                  </a:cubicBezTo>
                  <a:cubicBezTo>
                    <a:pt x="9185" y="2728"/>
                    <a:pt x="9203" y="2746"/>
                    <a:pt x="9203" y="2774"/>
                  </a:cubicBezTo>
                  <a:lnTo>
                    <a:pt x="9621" y="4082"/>
                  </a:lnTo>
                  <a:cubicBezTo>
                    <a:pt x="9630" y="4101"/>
                    <a:pt x="9630" y="4129"/>
                    <a:pt x="9611" y="4156"/>
                  </a:cubicBezTo>
                  <a:cubicBezTo>
                    <a:pt x="9602" y="4175"/>
                    <a:pt x="9583" y="4194"/>
                    <a:pt x="9556" y="4203"/>
                  </a:cubicBezTo>
                  <a:lnTo>
                    <a:pt x="8693" y="4472"/>
                  </a:lnTo>
                  <a:cubicBezTo>
                    <a:pt x="8600" y="4500"/>
                    <a:pt x="8544" y="4592"/>
                    <a:pt x="8544" y="4685"/>
                  </a:cubicBezTo>
                  <a:cubicBezTo>
                    <a:pt x="8563" y="5010"/>
                    <a:pt x="8535" y="5335"/>
                    <a:pt x="8461" y="5659"/>
                  </a:cubicBezTo>
                  <a:cubicBezTo>
                    <a:pt x="8442" y="5752"/>
                    <a:pt x="8489" y="5845"/>
                    <a:pt x="8572" y="5891"/>
                  </a:cubicBezTo>
                  <a:lnTo>
                    <a:pt x="9379" y="6309"/>
                  </a:lnTo>
                  <a:cubicBezTo>
                    <a:pt x="9426" y="6337"/>
                    <a:pt x="9444" y="6392"/>
                    <a:pt x="9416" y="6439"/>
                  </a:cubicBezTo>
                  <a:lnTo>
                    <a:pt x="8786" y="7654"/>
                  </a:lnTo>
                  <a:cubicBezTo>
                    <a:pt x="8767" y="7682"/>
                    <a:pt x="8749" y="7700"/>
                    <a:pt x="8730" y="7709"/>
                  </a:cubicBezTo>
                  <a:cubicBezTo>
                    <a:pt x="8702" y="7709"/>
                    <a:pt x="8674" y="7709"/>
                    <a:pt x="8656" y="7700"/>
                  </a:cubicBezTo>
                  <a:lnTo>
                    <a:pt x="7849" y="7283"/>
                  </a:lnTo>
                  <a:cubicBezTo>
                    <a:pt x="7818" y="7266"/>
                    <a:pt x="7785" y="7257"/>
                    <a:pt x="7752" y="7257"/>
                  </a:cubicBezTo>
                  <a:cubicBezTo>
                    <a:pt x="7695" y="7257"/>
                    <a:pt x="7639" y="7282"/>
                    <a:pt x="7598" y="7329"/>
                  </a:cubicBezTo>
                  <a:cubicBezTo>
                    <a:pt x="7376" y="7570"/>
                    <a:pt x="7125" y="7784"/>
                    <a:pt x="6847" y="7951"/>
                  </a:cubicBezTo>
                  <a:cubicBezTo>
                    <a:pt x="6763" y="8006"/>
                    <a:pt x="6726" y="8108"/>
                    <a:pt x="6754" y="8201"/>
                  </a:cubicBezTo>
                  <a:lnTo>
                    <a:pt x="7032" y="9064"/>
                  </a:lnTo>
                  <a:cubicBezTo>
                    <a:pt x="7051" y="9110"/>
                    <a:pt x="7023" y="9166"/>
                    <a:pt x="6967" y="9184"/>
                  </a:cubicBezTo>
                  <a:lnTo>
                    <a:pt x="5659" y="9593"/>
                  </a:lnTo>
                  <a:cubicBezTo>
                    <a:pt x="5650" y="9596"/>
                    <a:pt x="5640" y="9598"/>
                    <a:pt x="5630" y="9598"/>
                  </a:cubicBezTo>
                  <a:cubicBezTo>
                    <a:pt x="5591" y="9598"/>
                    <a:pt x="5554" y="9572"/>
                    <a:pt x="5539" y="9528"/>
                  </a:cubicBezTo>
                  <a:lnTo>
                    <a:pt x="5270" y="8665"/>
                  </a:lnTo>
                  <a:cubicBezTo>
                    <a:pt x="5242" y="8581"/>
                    <a:pt x="5158" y="8526"/>
                    <a:pt x="5066" y="8526"/>
                  </a:cubicBezTo>
                  <a:cubicBezTo>
                    <a:pt x="5066" y="8526"/>
                    <a:pt x="5056" y="8526"/>
                    <a:pt x="5056" y="8517"/>
                  </a:cubicBezTo>
                  <a:cubicBezTo>
                    <a:pt x="4992" y="8520"/>
                    <a:pt x="4926" y="8522"/>
                    <a:pt x="4861" y="8522"/>
                  </a:cubicBezTo>
                  <a:cubicBezTo>
                    <a:pt x="4599" y="8522"/>
                    <a:pt x="4335" y="8492"/>
                    <a:pt x="4082" y="8433"/>
                  </a:cubicBezTo>
                  <a:cubicBezTo>
                    <a:pt x="4069" y="8430"/>
                    <a:pt x="4055" y="8429"/>
                    <a:pt x="4041" y="8429"/>
                  </a:cubicBezTo>
                  <a:cubicBezTo>
                    <a:pt x="3963" y="8429"/>
                    <a:pt x="3890" y="8473"/>
                    <a:pt x="3850" y="8544"/>
                  </a:cubicBezTo>
                  <a:lnTo>
                    <a:pt x="3433" y="9351"/>
                  </a:lnTo>
                  <a:cubicBezTo>
                    <a:pt x="3424" y="9370"/>
                    <a:pt x="3396" y="9389"/>
                    <a:pt x="3377" y="9398"/>
                  </a:cubicBezTo>
                  <a:cubicBezTo>
                    <a:pt x="3350" y="9398"/>
                    <a:pt x="3322" y="9398"/>
                    <a:pt x="3303" y="9389"/>
                  </a:cubicBezTo>
                  <a:lnTo>
                    <a:pt x="2088" y="8758"/>
                  </a:lnTo>
                  <a:cubicBezTo>
                    <a:pt x="2042" y="8730"/>
                    <a:pt x="2023" y="8674"/>
                    <a:pt x="2042" y="8628"/>
                  </a:cubicBezTo>
                  <a:lnTo>
                    <a:pt x="2459" y="7821"/>
                  </a:lnTo>
                  <a:cubicBezTo>
                    <a:pt x="2505" y="7737"/>
                    <a:pt x="2487" y="7635"/>
                    <a:pt x="2413" y="7570"/>
                  </a:cubicBezTo>
                  <a:cubicBezTo>
                    <a:pt x="2171" y="7348"/>
                    <a:pt x="1967" y="7097"/>
                    <a:pt x="1791" y="6819"/>
                  </a:cubicBezTo>
                  <a:cubicBezTo>
                    <a:pt x="1748" y="6754"/>
                    <a:pt x="1676" y="6717"/>
                    <a:pt x="1607" y="6717"/>
                  </a:cubicBezTo>
                  <a:cubicBezTo>
                    <a:pt x="1588" y="6717"/>
                    <a:pt x="1568" y="6720"/>
                    <a:pt x="1550" y="6726"/>
                  </a:cubicBezTo>
                  <a:lnTo>
                    <a:pt x="678" y="7004"/>
                  </a:lnTo>
                  <a:cubicBezTo>
                    <a:pt x="668" y="7008"/>
                    <a:pt x="658" y="7010"/>
                    <a:pt x="648" y="7010"/>
                  </a:cubicBezTo>
                  <a:cubicBezTo>
                    <a:pt x="610" y="7010"/>
                    <a:pt x="572" y="6984"/>
                    <a:pt x="557" y="6939"/>
                  </a:cubicBezTo>
                  <a:lnTo>
                    <a:pt x="149" y="5631"/>
                  </a:lnTo>
                  <a:cubicBezTo>
                    <a:pt x="131" y="5585"/>
                    <a:pt x="158" y="5529"/>
                    <a:pt x="214" y="5511"/>
                  </a:cubicBezTo>
                  <a:lnTo>
                    <a:pt x="1077" y="5242"/>
                  </a:lnTo>
                  <a:cubicBezTo>
                    <a:pt x="1160" y="5214"/>
                    <a:pt x="1225" y="5121"/>
                    <a:pt x="1216" y="5028"/>
                  </a:cubicBezTo>
                  <a:cubicBezTo>
                    <a:pt x="1207" y="4704"/>
                    <a:pt x="1234" y="4370"/>
                    <a:pt x="1309" y="4054"/>
                  </a:cubicBezTo>
                  <a:cubicBezTo>
                    <a:pt x="1327" y="3962"/>
                    <a:pt x="1281" y="3860"/>
                    <a:pt x="1197" y="3823"/>
                  </a:cubicBezTo>
                  <a:lnTo>
                    <a:pt x="390" y="3405"/>
                  </a:lnTo>
                  <a:cubicBezTo>
                    <a:pt x="372" y="3387"/>
                    <a:pt x="353" y="3368"/>
                    <a:pt x="344" y="3349"/>
                  </a:cubicBezTo>
                  <a:cubicBezTo>
                    <a:pt x="335" y="3322"/>
                    <a:pt x="344" y="3294"/>
                    <a:pt x="353" y="3275"/>
                  </a:cubicBezTo>
                  <a:lnTo>
                    <a:pt x="984" y="2060"/>
                  </a:lnTo>
                  <a:cubicBezTo>
                    <a:pt x="1005" y="2026"/>
                    <a:pt x="1041" y="2006"/>
                    <a:pt x="1077" y="2006"/>
                  </a:cubicBezTo>
                  <a:cubicBezTo>
                    <a:pt x="1089" y="2006"/>
                    <a:pt x="1102" y="2009"/>
                    <a:pt x="1114" y="2014"/>
                  </a:cubicBezTo>
                  <a:lnTo>
                    <a:pt x="1921" y="2431"/>
                  </a:lnTo>
                  <a:cubicBezTo>
                    <a:pt x="1952" y="2448"/>
                    <a:pt x="1985" y="2456"/>
                    <a:pt x="2018" y="2456"/>
                  </a:cubicBezTo>
                  <a:cubicBezTo>
                    <a:pt x="2074" y="2456"/>
                    <a:pt x="2130" y="2432"/>
                    <a:pt x="2171" y="2385"/>
                  </a:cubicBezTo>
                  <a:cubicBezTo>
                    <a:pt x="2394" y="2143"/>
                    <a:pt x="2645" y="1930"/>
                    <a:pt x="2923" y="1763"/>
                  </a:cubicBezTo>
                  <a:cubicBezTo>
                    <a:pt x="2997" y="1707"/>
                    <a:pt x="3034" y="1605"/>
                    <a:pt x="3006" y="1513"/>
                  </a:cubicBezTo>
                  <a:lnTo>
                    <a:pt x="2737" y="650"/>
                  </a:lnTo>
                  <a:cubicBezTo>
                    <a:pt x="2728" y="631"/>
                    <a:pt x="2728" y="604"/>
                    <a:pt x="2747" y="585"/>
                  </a:cubicBezTo>
                  <a:cubicBezTo>
                    <a:pt x="2756" y="557"/>
                    <a:pt x="2774" y="539"/>
                    <a:pt x="2802" y="529"/>
                  </a:cubicBezTo>
                  <a:lnTo>
                    <a:pt x="4110" y="121"/>
                  </a:lnTo>
                  <a:cubicBezTo>
                    <a:pt x="4120" y="117"/>
                    <a:pt x="4131" y="114"/>
                    <a:pt x="4144" y="114"/>
                  </a:cubicBezTo>
                  <a:close/>
                  <a:moveTo>
                    <a:pt x="4132" y="0"/>
                  </a:moveTo>
                  <a:cubicBezTo>
                    <a:pt x="4113" y="0"/>
                    <a:pt x="4093" y="3"/>
                    <a:pt x="4073" y="10"/>
                  </a:cubicBezTo>
                  <a:lnTo>
                    <a:pt x="2765" y="427"/>
                  </a:lnTo>
                  <a:cubicBezTo>
                    <a:pt x="2709" y="446"/>
                    <a:pt x="2663" y="483"/>
                    <a:pt x="2645" y="529"/>
                  </a:cubicBezTo>
                  <a:cubicBezTo>
                    <a:pt x="2617" y="585"/>
                    <a:pt x="2607" y="641"/>
                    <a:pt x="2626" y="696"/>
                  </a:cubicBezTo>
                  <a:lnTo>
                    <a:pt x="2895" y="1559"/>
                  </a:lnTo>
                  <a:cubicBezTo>
                    <a:pt x="2914" y="1596"/>
                    <a:pt x="2895" y="1643"/>
                    <a:pt x="2858" y="1661"/>
                  </a:cubicBezTo>
                  <a:cubicBezTo>
                    <a:pt x="2570" y="1847"/>
                    <a:pt x="2311" y="2060"/>
                    <a:pt x="2088" y="2310"/>
                  </a:cubicBezTo>
                  <a:cubicBezTo>
                    <a:pt x="2069" y="2335"/>
                    <a:pt x="2043" y="2348"/>
                    <a:pt x="2016" y="2348"/>
                  </a:cubicBezTo>
                  <a:cubicBezTo>
                    <a:pt x="2002" y="2348"/>
                    <a:pt x="1989" y="2344"/>
                    <a:pt x="1977" y="2338"/>
                  </a:cubicBezTo>
                  <a:lnTo>
                    <a:pt x="1170" y="1921"/>
                  </a:lnTo>
                  <a:cubicBezTo>
                    <a:pt x="1137" y="1903"/>
                    <a:pt x="1102" y="1895"/>
                    <a:pt x="1068" y="1895"/>
                  </a:cubicBezTo>
                  <a:cubicBezTo>
                    <a:pt x="993" y="1895"/>
                    <a:pt x="920" y="1934"/>
                    <a:pt x="882" y="2004"/>
                  </a:cubicBezTo>
                  <a:lnTo>
                    <a:pt x="251" y="3229"/>
                  </a:lnTo>
                  <a:cubicBezTo>
                    <a:pt x="223" y="3275"/>
                    <a:pt x="223" y="3331"/>
                    <a:pt x="233" y="3387"/>
                  </a:cubicBezTo>
                  <a:cubicBezTo>
                    <a:pt x="251" y="3442"/>
                    <a:pt x="288" y="3479"/>
                    <a:pt x="344" y="3507"/>
                  </a:cubicBezTo>
                  <a:lnTo>
                    <a:pt x="1142" y="3925"/>
                  </a:lnTo>
                  <a:cubicBezTo>
                    <a:pt x="1179" y="3943"/>
                    <a:pt x="1197" y="3990"/>
                    <a:pt x="1188" y="4036"/>
                  </a:cubicBezTo>
                  <a:cubicBezTo>
                    <a:pt x="1114" y="4361"/>
                    <a:pt x="1086" y="4695"/>
                    <a:pt x="1105" y="5038"/>
                  </a:cubicBezTo>
                  <a:cubicBezTo>
                    <a:pt x="1105" y="5084"/>
                    <a:pt x="1086" y="5121"/>
                    <a:pt x="1040" y="5131"/>
                  </a:cubicBezTo>
                  <a:lnTo>
                    <a:pt x="177" y="5409"/>
                  </a:lnTo>
                  <a:cubicBezTo>
                    <a:pt x="66" y="5437"/>
                    <a:pt x="1" y="5557"/>
                    <a:pt x="38" y="5669"/>
                  </a:cubicBezTo>
                  <a:lnTo>
                    <a:pt x="455" y="6977"/>
                  </a:lnTo>
                  <a:cubicBezTo>
                    <a:pt x="478" y="7067"/>
                    <a:pt x="561" y="7126"/>
                    <a:pt x="651" y="7126"/>
                  </a:cubicBezTo>
                  <a:cubicBezTo>
                    <a:pt x="672" y="7126"/>
                    <a:pt x="694" y="7123"/>
                    <a:pt x="715" y="7116"/>
                  </a:cubicBezTo>
                  <a:lnTo>
                    <a:pt x="1578" y="6847"/>
                  </a:lnTo>
                  <a:cubicBezTo>
                    <a:pt x="1590" y="6842"/>
                    <a:pt x="1603" y="6839"/>
                    <a:pt x="1614" y="6839"/>
                  </a:cubicBezTo>
                  <a:cubicBezTo>
                    <a:pt x="1647" y="6839"/>
                    <a:pt x="1675" y="6857"/>
                    <a:pt x="1689" y="6884"/>
                  </a:cubicBezTo>
                  <a:cubicBezTo>
                    <a:pt x="1875" y="7171"/>
                    <a:pt x="2088" y="7431"/>
                    <a:pt x="2338" y="7654"/>
                  </a:cubicBezTo>
                  <a:cubicBezTo>
                    <a:pt x="2375" y="7691"/>
                    <a:pt x="2375" y="7728"/>
                    <a:pt x="2357" y="7774"/>
                  </a:cubicBezTo>
                  <a:lnTo>
                    <a:pt x="1939" y="8572"/>
                  </a:lnTo>
                  <a:cubicBezTo>
                    <a:pt x="1893" y="8674"/>
                    <a:pt x="1930" y="8804"/>
                    <a:pt x="2032" y="8860"/>
                  </a:cubicBezTo>
                  <a:lnTo>
                    <a:pt x="3247" y="9491"/>
                  </a:lnTo>
                  <a:cubicBezTo>
                    <a:pt x="3283" y="9509"/>
                    <a:pt x="3319" y="9519"/>
                    <a:pt x="3355" y="9519"/>
                  </a:cubicBezTo>
                  <a:cubicBezTo>
                    <a:pt x="3375" y="9519"/>
                    <a:pt x="3395" y="9516"/>
                    <a:pt x="3414" y="9509"/>
                  </a:cubicBezTo>
                  <a:cubicBezTo>
                    <a:pt x="3461" y="9491"/>
                    <a:pt x="3507" y="9453"/>
                    <a:pt x="3535" y="9407"/>
                  </a:cubicBezTo>
                  <a:lnTo>
                    <a:pt x="3953" y="8600"/>
                  </a:lnTo>
                  <a:cubicBezTo>
                    <a:pt x="3968" y="8569"/>
                    <a:pt x="4002" y="8551"/>
                    <a:pt x="4040" y="8551"/>
                  </a:cubicBezTo>
                  <a:cubicBezTo>
                    <a:pt x="4048" y="8551"/>
                    <a:pt x="4056" y="8552"/>
                    <a:pt x="4064" y="8554"/>
                  </a:cubicBezTo>
                  <a:cubicBezTo>
                    <a:pt x="4324" y="8613"/>
                    <a:pt x="4589" y="8643"/>
                    <a:pt x="4861" y="8643"/>
                  </a:cubicBezTo>
                  <a:cubicBezTo>
                    <a:pt x="4929" y="8643"/>
                    <a:pt x="4997" y="8641"/>
                    <a:pt x="5066" y="8637"/>
                  </a:cubicBezTo>
                  <a:cubicBezTo>
                    <a:pt x="5112" y="8637"/>
                    <a:pt x="5149" y="8665"/>
                    <a:pt x="5158" y="8702"/>
                  </a:cubicBezTo>
                  <a:lnTo>
                    <a:pt x="5428" y="9565"/>
                  </a:lnTo>
                  <a:cubicBezTo>
                    <a:pt x="5455" y="9658"/>
                    <a:pt x="5539" y="9713"/>
                    <a:pt x="5632" y="9713"/>
                  </a:cubicBezTo>
                  <a:cubicBezTo>
                    <a:pt x="5650" y="9713"/>
                    <a:pt x="5678" y="9713"/>
                    <a:pt x="5697" y="9704"/>
                  </a:cubicBezTo>
                  <a:lnTo>
                    <a:pt x="7005" y="9296"/>
                  </a:lnTo>
                  <a:cubicBezTo>
                    <a:pt x="7116" y="9259"/>
                    <a:pt x="7172" y="9138"/>
                    <a:pt x="7144" y="9027"/>
                  </a:cubicBezTo>
                  <a:lnTo>
                    <a:pt x="6865" y="8164"/>
                  </a:lnTo>
                  <a:cubicBezTo>
                    <a:pt x="6856" y="8127"/>
                    <a:pt x="6875" y="8081"/>
                    <a:pt x="6912" y="8053"/>
                  </a:cubicBezTo>
                  <a:cubicBezTo>
                    <a:pt x="7190" y="7876"/>
                    <a:pt x="7450" y="7654"/>
                    <a:pt x="7682" y="7413"/>
                  </a:cubicBezTo>
                  <a:cubicBezTo>
                    <a:pt x="7700" y="7388"/>
                    <a:pt x="7727" y="7375"/>
                    <a:pt x="7754" y="7375"/>
                  </a:cubicBezTo>
                  <a:cubicBezTo>
                    <a:pt x="7767" y="7375"/>
                    <a:pt x="7781" y="7379"/>
                    <a:pt x="7793" y="7385"/>
                  </a:cubicBezTo>
                  <a:lnTo>
                    <a:pt x="8600" y="7802"/>
                  </a:lnTo>
                  <a:cubicBezTo>
                    <a:pt x="8630" y="7820"/>
                    <a:pt x="8664" y="7830"/>
                    <a:pt x="8699" y="7830"/>
                  </a:cubicBezTo>
                  <a:cubicBezTo>
                    <a:pt x="8718" y="7830"/>
                    <a:pt x="8738" y="7827"/>
                    <a:pt x="8758" y="7821"/>
                  </a:cubicBezTo>
                  <a:cubicBezTo>
                    <a:pt x="8814" y="7802"/>
                    <a:pt x="8860" y="7765"/>
                    <a:pt x="8888" y="7709"/>
                  </a:cubicBezTo>
                  <a:lnTo>
                    <a:pt x="9519" y="6494"/>
                  </a:lnTo>
                  <a:cubicBezTo>
                    <a:pt x="9574" y="6392"/>
                    <a:pt x="9528" y="6262"/>
                    <a:pt x="9426" y="6207"/>
                  </a:cubicBezTo>
                  <a:lnTo>
                    <a:pt x="8619" y="5789"/>
                  </a:lnTo>
                  <a:cubicBezTo>
                    <a:pt x="8582" y="5771"/>
                    <a:pt x="8563" y="5734"/>
                    <a:pt x="8572" y="5687"/>
                  </a:cubicBezTo>
                  <a:cubicBezTo>
                    <a:pt x="8647" y="5353"/>
                    <a:pt x="8674" y="5019"/>
                    <a:pt x="8665" y="4685"/>
                  </a:cubicBezTo>
                  <a:cubicBezTo>
                    <a:pt x="8665" y="4639"/>
                    <a:pt x="8684" y="4602"/>
                    <a:pt x="8730" y="4583"/>
                  </a:cubicBezTo>
                  <a:lnTo>
                    <a:pt x="9593" y="4314"/>
                  </a:lnTo>
                  <a:cubicBezTo>
                    <a:pt x="9648" y="4296"/>
                    <a:pt x="9686" y="4259"/>
                    <a:pt x="9713" y="4212"/>
                  </a:cubicBezTo>
                  <a:cubicBezTo>
                    <a:pt x="9741" y="4156"/>
                    <a:pt x="9750" y="4101"/>
                    <a:pt x="9732" y="4045"/>
                  </a:cubicBezTo>
                  <a:lnTo>
                    <a:pt x="9314" y="2737"/>
                  </a:lnTo>
                  <a:cubicBezTo>
                    <a:pt x="9296" y="2682"/>
                    <a:pt x="9259" y="2644"/>
                    <a:pt x="9212" y="2617"/>
                  </a:cubicBezTo>
                  <a:cubicBezTo>
                    <a:pt x="9182" y="2599"/>
                    <a:pt x="9145" y="2588"/>
                    <a:pt x="9109" y="2588"/>
                  </a:cubicBezTo>
                  <a:cubicBezTo>
                    <a:pt x="9090" y="2588"/>
                    <a:pt x="9071" y="2591"/>
                    <a:pt x="9055" y="2598"/>
                  </a:cubicBezTo>
                  <a:lnTo>
                    <a:pt x="8183" y="2876"/>
                  </a:lnTo>
                  <a:cubicBezTo>
                    <a:pt x="8176" y="2878"/>
                    <a:pt x="8170" y="2879"/>
                    <a:pt x="8163" y="2879"/>
                  </a:cubicBezTo>
                  <a:cubicBezTo>
                    <a:pt x="8130" y="2879"/>
                    <a:pt x="8096" y="2861"/>
                    <a:pt x="8081" y="2830"/>
                  </a:cubicBezTo>
                  <a:cubicBezTo>
                    <a:pt x="7895" y="2552"/>
                    <a:pt x="7682" y="2292"/>
                    <a:pt x="7431" y="2060"/>
                  </a:cubicBezTo>
                  <a:cubicBezTo>
                    <a:pt x="7394" y="2032"/>
                    <a:pt x="7385" y="1986"/>
                    <a:pt x="7413" y="1949"/>
                  </a:cubicBezTo>
                  <a:lnTo>
                    <a:pt x="7830" y="1142"/>
                  </a:lnTo>
                  <a:cubicBezTo>
                    <a:pt x="7849" y="1095"/>
                    <a:pt x="7858" y="1040"/>
                    <a:pt x="7839" y="984"/>
                  </a:cubicBezTo>
                  <a:cubicBezTo>
                    <a:pt x="7821" y="928"/>
                    <a:pt x="7784" y="882"/>
                    <a:pt x="7737" y="854"/>
                  </a:cubicBezTo>
                  <a:lnTo>
                    <a:pt x="6522" y="223"/>
                  </a:lnTo>
                  <a:cubicBezTo>
                    <a:pt x="6492" y="208"/>
                    <a:pt x="6461" y="201"/>
                    <a:pt x="6430" y="201"/>
                  </a:cubicBezTo>
                  <a:cubicBezTo>
                    <a:pt x="6405" y="201"/>
                    <a:pt x="6380" y="206"/>
                    <a:pt x="6355" y="214"/>
                  </a:cubicBezTo>
                  <a:cubicBezTo>
                    <a:pt x="6300" y="232"/>
                    <a:pt x="6262" y="270"/>
                    <a:pt x="6235" y="316"/>
                  </a:cubicBezTo>
                  <a:lnTo>
                    <a:pt x="5817" y="1123"/>
                  </a:lnTo>
                  <a:cubicBezTo>
                    <a:pt x="5802" y="1154"/>
                    <a:pt x="5767" y="1172"/>
                    <a:pt x="5730" y="1172"/>
                  </a:cubicBezTo>
                  <a:cubicBezTo>
                    <a:pt x="5722" y="1172"/>
                    <a:pt x="5714" y="1171"/>
                    <a:pt x="5706" y="1169"/>
                  </a:cubicBezTo>
                  <a:cubicBezTo>
                    <a:pt x="5421" y="1104"/>
                    <a:pt x="5129" y="1075"/>
                    <a:pt x="4830" y="1075"/>
                  </a:cubicBezTo>
                  <a:cubicBezTo>
                    <a:pt x="4788" y="1075"/>
                    <a:pt x="4746" y="1076"/>
                    <a:pt x="4704" y="1077"/>
                  </a:cubicBezTo>
                  <a:cubicBezTo>
                    <a:pt x="4699" y="1078"/>
                    <a:pt x="4694" y="1078"/>
                    <a:pt x="4689" y="1078"/>
                  </a:cubicBezTo>
                  <a:cubicBezTo>
                    <a:pt x="4655" y="1078"/>
                    <a:pt x="4619" y="1052"/>
                    <a:pt x="4611" y="1012"/>
                  </a:cubicBezTo>
                  <a:lnTo>
                    <a:pt x="4342" y="149"/>
                  </a:lnTo>
                  <a:cubicBezTo>
                    <a:pt x="4324" y="93"/>
                    <a:pt x="4286" y="56"/>
                    <a:pt x="4231" y="28"/>
                  </a:cubicBezTo>
                  <a:cubicBezTo>
                    <a:pt x="4201" y="10"/>
                    <a:pt x="4167" y="0"/>
                    <a:pt x="4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63" name="Google Shape;1126;p26">
              <a:extLst>
                <a:ext uri="{FF2B5EF4-FFF2-40B4-BE49-F238E27FC236}">
                  <a16:creationId xmlns:a16="http://schemas.microsoft.com/office/drawing/2014/main" id="{EE1EDFE5-5271-A667-7B69-4C27B041CFC7}"/>
                </a:ext>
              </a:extLst>
            </p:cNvPr>
            <p:cNvSpPr/>
            <p:nvPr/>
          </p:nvSpPr>
          <p:spPr>
            <a:xfrm>
              <a:off x="7084600" y="1809400"/>
              <a:ext cx="406325" cy="280875"/>
            </a:xfrm>
            <a:custGeom>
              <a:avLst/>
              <a:gdLst/>
              <a:ahLst/>
              <a:cxnLst/>
              <a:rect l="l" t="t" r="r" b="b"/>
              <a:pathLst>
                <a:path w="16253" h="11235" extrusionOk="0">
                  <a:moveTo>
                    <a:pt x="427" y="0"/>
                  </a:moveTo>
                  <a:cubicBezTo>
                    <a:pt x="195" y="0"/>
                    <a:pt x="0" y="195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104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48" name="Google Shape;1127;p26">
              <a:extLst>
                <a:ext uri="{FF2B5EF4-FFF2-40B4-BE49-F238E27FC236}">
                  <a16:creationId xmlns:a16="http://schemas.microsoft.com/office/drawing/2014/main" id="{CB4D105F-EE2A-33A3-5BF3-FF5ED9D3822F}"/>
                </a:ext>
              </a:extLst>
            </p:cNvPr>
            <p:cNvSpPr/>
            <p:nvPr/>
          </p:nvSpPr>
          <p:spPr>
            <a:xfrm>
              <a:off x="7083200" y="1808000"/>
              <a:ext cx="409125" cy="283900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4" y="279"/>
                    <a:pt x="16244" y="483"/>
                  </a:cubicBezTo>
                  <a:lnTo>
                    <a:pt x="16244" y="11142"/>
                  </a:lnTo>
                  <a:cubicBezTo>
                    <a:pt x="16244" y="11198"/>
                    <a:pt x="16207" y="11235"/>
                    <a:pt x="16160" y="11235"/>
                  </a:cubicBezTo>
                  <a:lnTo>
                    <a:pt x="205" y="11235"/>
                  </a:lnTo>
                  <a:cubicBezTo>
                    <a:pt x="158" y="11235"/>
                    <a:pt x="112" y="11198"/>
                    <a:pt x="112" y="11142"/>
                  </a:cubicBezTo>
                  <a:lnTo>
                    <a:pt x="112" y="483"/>
                  </a:lnTo>
                  <a:cubicBezTo>
                    <a:pt x="112" y="279"/>
                    <a:pt x="279" y="121"/>
                    <a:pt x="483" y="121"/>
                  </a:cubicBezTo>
                  <a:close/>
                  <a:moveTo>
                    <a:pt x="483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5" y="11355"/>
                  </a:cubicBezTo>
                  <a:lnTo>
                    <a:pt x="16160" y="11355"/>
                  </a:lnTo>
                  <a:cubicBezTo>
                    <a:pt x="16272" y="11355"/>
                    <a:pt x="16365" y="11262"/>
                    <a:pt x="16365" y="11142"/>
                  </a:cubicBezTo>
                  <a:lnTo>
                    <a:pt x="16365" y="483"/>
                  </a:lnTo>
                  <a:cubicBezTo>
                    <a:pt x="16365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49" name="Google Shape;1128;p26">
              <a:extLst>
                <a:ext uri="{FF2B5EF4-FFF2-40B4-BE49-F238E27FC236}">
                  <a16:creationId xmlns:a16="http://schemas.microsoft.com/office/drawing/2014/main" id="{939ABAB2-FCAE-5E6A-DB55-C775523BC652}"/>
                </a:ext>
              </a:extLst>
            </p:cNvPr>
            <p:cNvSpPr/>
            <p:nvPr/>
          </p:nvSpPr>
          <p:spPr>
            <a:xfrm>
              <a:off x="7114275" y="1836525"/>
              <a:ext cx="346975" cy="226850"/>
            </a:xfrm>
            <a:custGeom>
              <a:avLst/>
              <a:gdLst/>
              <a:ahLst/>
              <a:cxnLst/>
              <a:rect l="l" t="t" r="r" b="b"/>
              <a:pathLst>
                <a:path w="13879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13879" y="9073"/>
                  </a:lnTo>
                  <a:lnTo>
                    <a:pt x="13879" y="7394"/>
                  </a:lnTo>
                  <a:lnTo>
                    <a:pt x="13879" y="2097"/>
                  </a:lnTo>
                  <a:lnTo>
                    <a:pt x="13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0" name="Google Shape;1129;p26">
              <a:extLst>
                <a:ext uri="{FF2B5EF4-FFF2-40B4-BE49-F238E27FC236}">
                  <a16:creationId xmlns:a16="http://schemas.microsoft.com/office/drawing/2014/main" id="{625C8DFF-B96C-0175-539E-D22E6A30D440}"/>
                </a:ext>
              </a:extLst>
            </p:cNvPr>
            <p:cNvSpPr/>
            <p:nvPr/>
          </p:nvSpPr>
          <p:spPr>
            <a:xfrm>
              <a:off x="7112875" y="1834900"/>
              <a:ext cx="349775" cy="229850"/>
            </a:xfrm>
            <a:custGeom>
              <a:avLst/>
              <a:gdLst/>
              <a:ahLst/>
              <a:cxnLst/>
              <a:rect l="l" t="t" r="r" b="b"/>
              <a:pathLst>
                <a:path w="13991" h="9194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9138"/>
                  </a:lnTo>
                  <a:cubicBezTo>
                    <a:pt x="1" y="9175"/>
                    <a:pt x="29" y="9194"/>
                    <a:pt x="57" y="9194"/>
                  </a:cubicBezTo>
                  <a:lnTo>
                    <a:pt x="13935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7459"/>
                  </a:lnTo>
                  <a:cubicBezTo>
                    <a:pt x="13990" y="7431"/>
                    <a:pt x="13962" y="7403"/>
                    <a:pt x="13935" y="7403"/>
                  </a:cubicBezTo>
                  <a:cubicBezTo>
                    <a:pt x="13897" y="7403"/>
                    <a:pt x="13870" y="7431"/>
                    <a:pt x="13870" y="7459"/>
                  </a:cubicBezTo>
                  <a:lnTo>
                    <a:pt x="13870" y="9083"/>
                  </a:lnTo>
                  <a:lnTo>
                    <a:pt x="112" y="9083"/>
                  </a:lnTo>
                  <a:lnTo>
                    <a:pt x="112" y="121"/>
                  </a:lnTo>
                  <a:lnTo>
                    <a:pt x="13870" y="121"/>
                  </a:lnTo>
                  <a:lnTo>
                    <a:pt x="13870" y="2162"/>
                  </a:lnTo>
                  <a:cubicBezTo>
                    <a:pt x="13870" y="2190"/>
                    <a:pt x="13897" y="2218"/>
                    <a:pt x="13935" y="2218"/>
                  </a:cubicBezTo>
                  <a:cubicBezTo>
                    <a:pt x="13962" y="2218"/>
                    <a:pt x="13990" y="2190"/>
                    <a:pt x="13990" y="2162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1" name="Google Shape;1130;p26">
              <a:extLst>
                <a:ext uri="{FF2B5EF4-FFF2-40B4-BE49-F238E27FC236}">
                  <a16:creationId xmlns:a16="http://schemas.microsoft.com/office/drawing/2014/main" id="{0D5ADF13-CD7F-976B-1408-2AEAFF94D3C0}"/>
                </a:ext>
              </a:extLst>
            </p:cNvPr>
            <p:cNvSpPr/>
            <p:nvPr/>
          </p:nvSpPr>
          <p:spPr>
            <a:xfrm>
              <a:off x="7459600" y="1907275"/>
              <a:ext cx="3050" cy="76075"/>
            </a:xfrm>
            <a:custGeom>
              <a:avLst/>
              <a:gdLst/>
              <a:ahLst/>
              <a:cxnLst/>
              <a:rect l="l" t="t" r="r" b="b"/>
              <a:pathLst>
                <a:path w="122" h="3043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2987"/>
                  </a:lnTo>
                  <a:cubicBezTo>
                    <a:pt x="1" y="3015"/>
                    <a:pt x="28" y="3043"/>
                    <a:pt x="66" y="3043"/>
                  </a:cubicBezTo>
                  <a:cubicBezTo>
                    <a:pt x="93" y="3043"/>
                    <a:pt x="121" y="3015"/>
                    <a:pt x="121" y="2987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2" name="Google Shape;1131;p26">
              <a:extLst>
                <a:ext uri="{FF2B5EF4-FFF2-40B4-BE49-F238E27FC236}">
                  <a16:creationId xmlns:a16="http://schemas.microsoft.com/office/drawing/2014/main" id="{644FC5E9-DECB-ED2F-5247-F29C18F78A3C}"/>
                </a:ext>
              </a:extLst>
            </p:cNvPr>
            <p:cNvSpPr/>
            <p:nvPr/>
          </p:nvSpPr>
          <p:spPr>
            <a:xfrm>
              <a:off x="7283100" y="1818675"/>
              <a:ext cx="9325" cy="9075"/>
            </a:xfrm>
            <a:custGeom>
              <a:avLst/>
              <a:gdLst/>
              <a:ahLst/>
              <a:cxnLst/>
              <a:rect l="l" t="t" r="r" b="b"/>
              <a:pathLst>
                <a:path w="373" h="363" extrusionOk="0">
                  <a:moveTo>
                    <a:pt x="187" y="121"/>
                  </a:moveTo>
                  <a:cubicBezTo>
                    <a:pt x="224" y="121"/>
                    <a:pt x="251" y="149"/>
                    <a:pt x="251" y="186"/>
                  </a:cubicBezTo>
                  <a:cubicBezTo>
                    <a:pt x="251" y="223"/>
                    <a:pt x="224" y="251"/>
                    <a:pt x="187" y="251"/>
                  </a:cubicBezTo>
                  <a:cubicBezTo>
                    <a:pt x="149" y="251"/>
                    <a:pt x="122" y="223"/>
                    <a:pt x="122" y="186"/>
                  </a:cubicBezTo>
                  <a:cubicBezTo>
                    <a:pt x="122" y="149"/>
                    <a:pt x="149" y="121"/>
                    <a:pt x="187" y="121"/>
                  </a:cubicBezTo>
                  <a:close/>
                  <a:moveTo>
                    <a:pt x="187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7" y="362"/>
                  </a:cubicBezTo>
                  <a:cubicBezTo>
                    <a:pt x="289" y="362"/>
                    <a:pt x="372" y="288"/>
                    <a:pt x="372" y="186"/>
                  </a:cubicBezTo>
                  <a:cubicBezTo>
                    <a:pt x="372" y="84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3" name="Google Shape;1132;p26">
              <a:extLst>
                <a:ext uri="{FF2B5EF4-FFF2-40B4-BE49-F238E27FC236}">
                  <a16:creationId xmlns:a16="http://schemas.microsoft.com/office/drawing/2014/main" id="{A5924DD8-7CF0-635B-02C2-0E1EC0CF5202}"/>
                </a:ext>
              </a:extLst>
            </p:cNvPr>
            <p:cNvSpPr/>
            <p:nvPr/>
          </p:nvSpPr>
          <p:spPr>
            <a:xfrm>
              <a:off x="7018025" y="2088150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91"/>
                  </a:lnTo>
                  <a:cubicBezTo>
                    <a:pt x="1" y="1207"/>
                    <a:pt x="260" y="1457"/>
                    <a:pt x="576" y="1457"/>
                  </a:cubicBezTo>
                  <a:lnTo>
                    <a:pt x="21003" y="1457"/>
                  </a:lnTo>
                  <a:cubicBezTo>
                    <a:pt x="21319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4" name="Google Shape;1133;p26">
              <a:extLst>
                <a:ext uri="{FF2B5EF4-FFF2-40B4-BE49-F238E27FC236}">
                  <a16:creationId xmlns:a16="http://schemas.microsoft.com/office/drawing/2014/main" id="{E738BBEA-FB6D-AB56-CCFA-AC6612F753CA}"/>
                </a:ext>
              </a:extLst>
            </p:cNvPr>
            <p:cNvSpPr/>
            <p:nvPr/>
          </p:nvSpPr>
          <p:spPr>
            <a:xfrm>
              <a:off x="7016650" y="2086775"/>
              <a:ext cx="542225" cy="39200"/>
            </a:xfrm>
            <a:custGeom>
              <a:avLst/>
              <a:gdLst/>
              <a:ahLst/>
              <a:cxnLst/>
              <a:rect l="l" t="t" r="r" b="b"/>
              <a:pathLst>
                <a:path w="21689" h="1568" extrusionOk="0">
                  <a:moveTo>
                    <a:pt x="21568" y="111"/>
                  </a:moveTo>
                  <a:lnTo>
                    <a:pt x="21568" y="946"/>
                  </a:lnTo>
                  <a:cubicBezTo>
                    <a:pt x="21568" y="1225"/>
                    <a:pt x="21336" y="1457"/>
                    <a:pt x="21058" y="1457"/>
                  </a:cubicBezTo>
                  <a:lnTo>
                    <a:pt x="631" y="1457"/>
                  </a:lnTo>
                  <a:cubicBezTo>
                    <a:pt x="343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946"/>
                  </a:lnTo>
                  <a:cubicBezTo>
                    <a:pt x="0" y="1290"/>
                    <a:pt x="278" y="1568"/>
                    <a:pt x="631" y="1568"/>
                  </a:cubicBezTo>
                  <a:lnTo>
                    <a:pt x="21058" y="1568"/>
                  </a:lnTo>
                  <a:cubicBezTo>
                    <a:pt x="21401" y="1568"/>
                    <a:pt x="21689" y="1290"/>
                    <a:pt x="21689" y="946"/>
                  </a:cubicBezTo>
                  <a:lnTo>
                    <a:pt x="21689" y="56"/>
                  </a:lnTo>
                  <a:cubicBezTo>
                    <a:pt x="21689" y="28"/>
                    <a:pt x="21661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5" name="Google Shape;1134;p26">
              <a:extLst>
                <a:ext uri="{FF2B5EF4-FFF2-40B4-BE49-F238E27FC236}">
                  <a16:creationId xmlns:a16="http://schemas.microsoft.com/office/drawing/2014/main" id="{7E841745-88E1-96F7-2339-3DF41A6F3223}"/>
                </a:ext>
              </a:extLst>
            </p:cNvPr>
            <p:cNvSpPr/>
            <p:nvPr/>
          </p:nvSpPr>
          <p:spPr>
            <a:xfrm>
              <a:off x="7021750" y="2114600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21216" y="112"/>
                  </a:lnTo>
                  <a:cubicBezTo>
                    <a:pt x="21253" y="112"/>
                    <a:pt x="21272" y="93"/>
                    <a:pt x="21272" y="56"/>
                  </a:cubicBezTo>
                  <a:cubicBezTo>
                    <a:pt x="21272" y="28"/>
                    <a:pt x="21253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6" name="Google Shape;1135;p26">
              <a:extLst>
                <a:ext uri="{FF2B5EF4-FFF2-40B4-BE49-F238E27FC236}">
                  <a16:creationId xmlns:a16="http://schemas.microsoft.com/office/drawing/2014/main" id="{4A58C420-21CE-8138-D919-31BFB46268C1}"/>
                </a:ext>
              </a:extLst>
            </p:cNvPr>
            <p:cNvSpPr/>
            <p:nvPr/>
          </p:nvSpPr>
          <p:spPr>
            <a:xfrm>
              <a:off x="7236275" y="2090475"/>
              <a:ext cx="102975" cy="11400"/>
            </a:xfrm>
            <a:custGeom>
              <a:avLst/>
              <a:gdLst/>
              <a:ahLst/>
              <a:cxnLst/>
              <a:rect l="l" t="t" r="r" b="b"/>
              <a:pathLst>
                <a:path w="4119" h="456" extrusionOk="0">
                  <a:moveTo>
                    <a:pt x="0" y="1"/>
                  </a:moveTo>
                  <a:lnTo>
                    <a:pt x="0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7" name="Google Shape;1136;p26">
              <a:extLst>
                <a:ext uri="{FF2B5EF4-FFF2-40B4-BE49-F238E27FC236}">
                  <a16:creationId xmlns:a16="http://schemas.microsoft.com/office/drawing/2014/main" id="{46B64AE6-E426-195B-5972-D5CC3AC53887}"/>
                </a:ext>
              </a:extLst>
            </p:cNvPr>
            <p:cNvSpPr/>
            <p:nvPr/>
          </p:nvSpPr>
          <p:spPr>
            <a:xfrm>
              <a:off x="7234875" y="2089075"/>
              <a:ext cx="105775" cy="14175"/>
            </a:xfrm>
            <a:custGeom>
              <a:avLst/>
              <a:gdLst/>
              <a:ahLst/>
              <a:cxnLst/>
              <a:rect l="l" t="t" r="r" b="b"/>
              <a:pathLst>
                <a:path w="4231" h="567" extrusionOk="0">
                  <a:moveTo>
                    <a:pt x="4119" y="112"/>
                  </a:moveTo>
                  <a:lnTo>
                    <a:pt x="4119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511"/>
                  </a:lnTo>
                  <a:cubicBezTo>
                    <a:pt x="0" y="539"/>
                    <a:pt x="28" y="567"/>
                    <a:pt x="56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8" name="Google Shape;1137;p26">
              <a:extLst>
                <a:ext uri="{FF2B5EF4-FFF2-40B4-BE49-F238E27FC236}">
                  <a16:creationId xmlns:a16="http://schemas.microsoft.com/office/drawing/2014/main" id="{B1E6571C-A641-B037-8432-4809CC989CE2}"/>
                </a:ext>
              </a:extLst>
            </p:cNvPr>
            <p:cNvSpPr/>
            <p:nvPr/>
          </p:nvSpPr>
          <p:spPr>
            <a:xfrm>
              <a:off x="7183625" y="1879425"/>
              <a:ext cx="185775" cy="159125"/>
            </a:xfrm>
            <a:custGeom>
              <a:avLst/>
              <a:gdLst/>
              <a:ahLst/>
              <a:cxnLst/>
              <a:rect l="l" t="t" r="r" b="b"/>
              <a:pathLst>
                <a:path w="7431" h="6365" extrusionOk="0">
                  <a:moveTo>
                    <a:pt x="297" y="1"/>
                  </a:moveTo>
                  <a:cubicBezTo>
                    <a:pt x="130" y="1"/>
                    <a:pt x="0" y="140"/>
                    <a:pt x="0" y="298"/>
                  </a:cubicBezTo>
                  <a:lnTo>
                    <a:pt x="0" y="6068"/>
                  </a:lnTo>
                  <a:cubicBezTo>
                    <a:pt x="0" y="6235"/>
                    <a:pt x="130" y="6365"/>
                    <a:pt x="297" y="6365"/>
                  </a:cubicBezTo>
                  <a:lnTo>
                    <a:pt x="7134" y="6365"/>
                  </a:lnTo>
                  <a:cubicBezTo>
                    <a:pt x="7301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1" y="1"/>
                    <a:pt x="7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9" name="Google Shape;1138;p26">
              <a:extLst>
                <a:ext uri="{FF2B5EF4-FFF2-40B4-BE49-F238E27FC236}">
                  <a16:creationId xmlns:a16="http://schemas.microsoft.com/office/drawing/2014/main" id="{983C1CBA-A857-C83A-B82F-74375FF19A10}"/>
                </a:ext>
              </a:extLst>
            </p:cNvPr>
            <p:cNvSpPr/>
            <p:nvPr/>
          </p:nvSpPr>
          <p:spPr>
            <a:xfrm>
              <a:off x="7195900" y="1866900"/>
              <a:ext cx="185800" cy="159125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lnTo>
                    <a:pt x="1" y="6012"/>
                  </a:lnTo>
                  <a:cubicBezTo>
                    <a:pt x="1" y="6207"/>
                    <a:pt x="159" y="6365"/>
                    <a:pt x="353" y="6365"/>
                  </a:cubicBezTo>
                  <a:lnTo>
                    <a:pt x="7088" y="6365"/>
                  </a:lnTo>
                  <a:cubicBezTo>
                    <a:pt x="7274" y="6365"/>
                    <a:pt x="7432" y="6207"/>
                    <a:pt x="7432" y="6012"/>
                  </a:cubicBezTo>
                  <a:lnTo>
                    <a:pt x="7432" y="353"/>
                  </a:lnTo>
                  <a:cubicBezTo>
                    <a:pt x="7432" y="159"/>
                    <a:pt x="7274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0" name="Google Shape;1139;p26">
              <a:extLst>
                <a:ext uri="{FF2B5EF4-FFF2-40B4-BE49-F238E27FC236}">
                  <a16:creationId xmlns:a16="http://schemas.microsoft.com/office/drawing/2014/main" id="{68D2AF3E-F486-CCA3-D4B6-5209AE63C1D4}"/>
                </a:ext>
              </a:extLst>
            </p:cNvPr>
            <p:cNvSpPr/>
            <p:nvPr/>
          </p:nvSpPr>
          <p:spPr>
            <a:xfrm>
              <a:off x="7194525" y="1865525"/>
              <a:ext cx="188800" cy="161900"/>
            </a:xfrm>
            <a:custGeom>
              <a:avLst/>
              <a:gdLst/>
              <a:ahLst/>
              <a:cxnLst/>
              <a:rect l="l" t="t" r="r" b="b"/>
              <a:pathLst>
                <a:path w="7552" h="6476" extrusionOk="0">
                  <a:moveTo>
                    <a:pt x="7143" y="112"/>
                  </a:moveTo>
                  <a:cubicBezTo>
                    <a:pt x="7301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1" y="6355"/>
                    <a:pt x="7143" y="6355"/>
                  </a:cubicBezTo>
                  <a:lnTo>
                    <a:pt x="408" y="6355"/>
                  </a:lnTo>
                  <a:cubicBezTo>
                    <a:pt x="241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1" y="112"/>
                    <a:pt x="408" y="112"/>
                  </a:cubicBezTo>
                  <a:close/>
                  <a:moveTo>
                    <a:pt x="408" y="0"/>
                  </a:moveTo>
                  <a:cubicBezTo>
                    <a:pt x="177" y="0"/>
                    <a:pt x="0" y="176"/>
                    <a:pt x="0" y="408"/>
                  </a:cubicBezTo>
                  <a:lnTo>
                    <a:pt x="0" y="6067"/>
                  </a:lnTo>
                  <a:cubicBezTo>
                    <a:pt x="0" y="6290"/>
                    <a:pt x="177" y="6475"/>
                    <a:pt x="408" y="6475"/>
                  </a:cubicBezTo>
                  <a:lnTo>
                    <a:pt x="7143" y="6475"/>
                  </a:lnTo>
                  <a:cubicBezTo>
                    <a:pt x="7366" y="6475"/>
                    <a:pt x="7552" y="6290"/>
                    <a:pt x="7542" y="6067"/>
                  </a:cubicBezTo>
                  <a:lnTo>
                    <a:pt x="7542" y="408"/>
                  </a:lnTo>
                  <a:cubicBezTo>
                    <a:pt x="7542" y="186"/>
                    <a:pt x="7366" y="0"/>
                    <a:pt x="7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1" name="Google Shape;1140;p26">
              <a:extLst>
                <a:ext uri="{FF2B5EF4-FFF2-40B4-BE49-F238E27FC236}">
                  <a16:creationId xmlns:a16="http://schemas.microsoft.com/office/drawing/2014/main" id="{24FFDDF1-199A-C6FC-A3A7-83BF98C5CB08}"/>
                </a:ext>
              </a:extLst>
            </p:cNvPr>
            <p:cNvSpPr/>
            <p:nvPr/>
          </p:nvSpPr>
          <p:spPr>
            <a:xfrm>
              <a:off x="7224425" y="1950625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6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6" y="687"/>
                  </a:cubicBezTo>
                  <a:lnTo>
                    <a:pt x="4806" y="687"/>
                  </a:lnTo>
                  <a:cubicBezTo>
                    <a:pt x="4992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2" name="Google Shape;1141;p26">
              <a:extLst>
                <a:ext uri="{FF2B5EF4-FFF2-40B4-BE49-F238E27FC236}">
                  <a16:creationId xmlns:a16="http://schemas.microsoft.com/office/drawing/2014/main" id="{297A55DC-3321-5773-7769-709FFD53CE66}"/>
                </a:ext>
              </a:extLst>
            </p:cNvPr>
            <p:cNvSpPr/>
            <p:nvPr/>
          </p:nvSpPr>
          <p:spPr>
            <a:xfrm>
              <a:off x="7223050" y="1949250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61" y="111"/>
                  </a:moveTo>
                  <a:cubicBezTo>
                    <a:pt x="5010" y="111"/>
                    <a:pt x="5130" y="232"/>
                    <a:pt x="5130" y="380"/>
                  </a:cubicBezTo>
                  <a:lnTo>
                    <a:pt x="5130" y="418"/>
                  </a:lnTo>
                  <a:cubicBezTo>
                    <a:pt x="5130" y="566"/>
                    <a:pt x="5010" y="687"/>
                    <a:pt x="4861" y="687"/>
                  </a:cubicBezTo>
                  <a:lnTo>
                    <a:pt x="381" y="687"/>
                  </a:lnTo>
                  <a:cubicBezTo>
                    <a:pt x="232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7" y="0"/>
                    <a:pt x="0" y="167"/>
                    <a:pt x="0" y="380"/>
                  </a:cubicBezTo>
                  <a:lnTo>
                    <a:pt x="0" y="418"/>
                  </a:lnTo>
                  <a:cubicBezTo>
                    <a:pt x="0" y="631"/>
                    <a:pt x="167" y="798"/>
                    <a:pt x="381" y="798"/>
                  </a:cubicBezTo>
                  <a:lnTo>
                    <a:pt x="4861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3" name="Google Shape;1142;p26">
              <a:extLst>
                <a:ext uri="{FF2B5EF4-FFF2-40B4-BE49-F238E27FC236}">
                  <a16:creationId xmlns:a16="http://schemas.microsoft.com/office/drawing/2014/main" id="{908F46AE-8BAA-B54A-38C3-8D583A5C4A84}"/>
                </a:ext>
              </a:extLst>
            </p:cNvPr>
            <p:cNvSpPr/>
            <p:nvPr/>
          </p:nvSpPr>
          <p:spPr>
            <a:xfrm>
              <a:off x="7238350" y="1955275"/>
              <a:ext cx="99750" cy="7200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7" y="56"/>
                    <a:pt x="3934" y="93"/>
                    <a:pt x="3934" y="139"/>
                  </a:cubicBezTo>
                  <a:lnTo>
                    <a:pt x="3934" y="149"/>
                  </a:lnTo>
                  <a:cubicBezTo>
                    <a:pt x="3934" y="195"/>
                    <a:pt x="3897" y="232"/>
                    <a:pt x="3850" y="232"/>
                  </a:cubicBezTo>
                  <a:lnTo>
                    <a:pt x="140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40" y="56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66" y="288"/>
                    <a:pt x="140" y="288"/>
                  </a:cubicBezTo>
                  <a:lnTo>
                    <a:pt x="3850" y="288"/>
                  </a:lnTo>
                  <a:cubicBezTo>
                    <a:pt x="3925" y="288"/>
                    <a:pt x="3990" y="232"/>
                    <a:pt x="3990" y="149"/>
                  </a:cubicBezTo>
                  <a:lnTo>
                    <a:pt x="3990" y="139"/>
                  </a:lnTo>
                  <a:cubicBezTo>
                    <a:pt x="3990" y="65"/>
                    <a:pt x="3925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4" name="Google Shape;1143;p26">
              <a:extLst>
                <a:ext uri="{FF2B5EF4-FFF2-40B4-BE49-F238E27FC236}">
                  <a16:creationId xmlns:a16="http://schemas.microsoft.com/office/drawing/2014/main" id="{F0874B44-E886-7A37-8A60-56473783AADF}"/>
                </a:ext>
              </a:extLst>
            </p:cNvPr>
            <p:cNvSpPr/>
            <p:nvPr/>
          </p:nvSpPr>
          <p:spPr>
            <a:xfrm>
              <a:off x="7246700" y="19775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1" y="84"/>
                    <a:pt x="1" y="196"/>
                  </a:cubicBezTo>
                  <a:cubicBezTo>
                    <a:pt x="1" y="307"/>
                    <a:pt x="93" y="400"/>
                    <a:pt x="195" y="400"/>
                  </a:cubicBezTo>
                  <a:lnTo>
                    <a:pt x="3155" y="400"/>
                  </a:lnTo>
                  <a:cubicBezTo>
                    <a:pt x="3266" y="400"/>
                    <a:pt x="3359" y="307"/>
                    <a:pt x="3359" y="196"/>
                  </a:cubicBezTo>
                  <a:cubicBezTo>
                    <a:pt x="3359" y="84"/>
                    <a:pt x="3266" y="1"/>
                    <a:pt x="3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5" name="Google Shape;1144;p26">
              <a:extLst>
                <a:ext uri="{FF2B5EF4-FFF2-40B4-BE49-F238E27FC236}">
                  <a16:creationId xmlns:a16="http://schemas.microsoft.com/office/drawing/2014/main" id="{F8850CCC-597D-89A0-EFB5-AA3109C51812}"/>
                </a:ext>
              </a:extLst>
            </p:cNvPr>
            <p:cNvSpPr/>
            <p:nvPr/>
          </p:nvSpPr>
          <p:spPr>
            <a:xfrm>
              <a:off x="7245300" y="1976150"/>
              <a:ext cx="86775" cy="12775"/>
            </a:xfrm>
            <a:custGeom>
              <a:avLst/>
              <a:gdLst/>
              <a:ahLst/>
              <a:cxnLst/>
              <a:rect l="l" t="t" r="r" b="b"/>
              <a:pathLst>
                <a:path w="3471" h="511" extrusionOk="0">
                  <a:moveTo>
                    <a:pt x="3211" y="112"/>
                  </a:moveTo>
                  <a:cubicBezTo>
                    <a:pt x="3285" y="112"/>
                    <a:pt x="3350" y="176"/>
                    <a:pt x="3350" y="251"/>
                  </a:cubicBezTo>
                  <a:cubicBezTo>
                    <a:pt x="3350" y="334"/>
                    <a:pt x="3285" y="390"/>
                    <a:pt x="3211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9"/>
                    <a:pt x="112" y="510"/>
                    <a:pt x="251" y="510"/>
                  </a:cubicBezTo>
                  <a:lnTo>
                    <a:pt x="3211" y="510"/>
                  </a:lnTo>
                  <a:cubicBezTo>
                    <a:pt x="3350" y="510"/>
                    <a:pt x="3470" y="399"/>
                    <a:pt x="3470" y="251"/>
                  </a:cubicBezTo>
                  <a:cubicBezTo>
                    <a:pt x="3470" y="112"/>
                    <a:pt x="3350" y="0"/>
                    <a:pt x="3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6" name="Google Shape;1145;p26">
              <a:extLst>
                <a:ext uri="{FF2B5EF4-FFF2-40B4-BE49-F238E27FC236}">
                  <a16:creationId xmlns:a16="http://schemas.microsoft.com/office/drawing/2014/main" id="{9F37152F-475C-1F3E-AFDD-FF1D779A0672}"/>
                </a:ext>
              </a:extLst>
            </p:cNvPr>
            <p:cNvSpPr/>
            <p:nvPr/>
          </p:nvSpPr>
          <p:spPr>
            <a:xfrm>
              <a:off x="7263625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7" name="Google Shape;1146;p26">
              <a:extLst>
                <a:ext uri="{FF2B5EF4-FFF2-40B4-BE49-F238E27FC236}">
                  <a16:creationId xmlns:a16="http://schemas.microsoft.com/office/drawing/2014/main" id="{50FD4018-D0DE-C96A-A67B-DC2D9DE6228B}"/>
                </a:ext>
              </a:extLst>
            </p:cNvPr>
            <p:cNvSpPr/>
            <p:nvPr/>
          </p:nvSpPr>
          <p:spPr>
            <a:xfrm>
              <a:off x="7272900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8" name="Google Shape;1147;p26">
              <a:extLst>
                <a:ext uri="{FF2B5EF4-FFF2-40B4-BE49-F238E27FC236}">
                  <a16:creationId xmlns:a16="http://schemas.microsoft.com/office/drawing/2014/main" id="{8CDF8836-56E3-407A-6674-158A41F5EEF0}"/>
                </a:ext>
              </a:extLst>
            </p:cNvPr>
            <p:cNvSpPr/>
            <p:nvPr/>
          </p:nvSpPr>
          <p:spPr>
            <a:xfrm>
              <a:off x="7281500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6" y="1"/>
                    <a:pt x="0" y="38"/>
                    <a:pt x="0" y="94"/>
                  </a:cubicBezTo>
                  <a:cubicBezTo>
                    <a:pt x="0" y="149"/>
                    <a:pt x="46" y="196"/>
                    <a:pt x="93" y="196"/>
                  </a:cubicBezTo>
                  <a:cubicBezTo>
                    <a:pt x="148" y="196"/>
                    <a:pt x="195" y="149"/>
                    <a:pt x="195" y="94"/>
                  </a:cubicBezTo>
                  <a:cubicBezTo>
                    <a:pt x="195" y="38"/>
                    <a:pt x="148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9" name="Google Shape;1148;p26">
              <a:extLst>
                <a:ext uri="{FF2B5EF4-FFF2-40B4-BE49-F238E27FC236}">
                  <a16:creationId xmlns:a16="http://schemas.microsoft.com/office/drawing/2014/main" id="{70241ABD-5131-75D4-A4E0-B6B5C50ED319}"/>
                </a:ext>
              </a:extLst>
            </p:cNvPr>
            <p:cNvSpPr/>
            <p:nvPr/>
          </p:nvSpPr>
          <p:spPr>
            <a:xfrm>
              <a:off x="7290775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0" name="Google Shape;1149;p26">
              <a:extLst>
                <a:ext uri="{FF2B5EF4-FFF2-40B4-BE49-F238E27FC236}">
                  <a16:creationId xmlns:a16="http://schemas.microsoft.com/office/drawing/2014/main" id="{9743B632-37BC-7462-A21F-7A4D84F6F779}"/>
                </a:ext>
              </a:extLst>
            </p:cNvPr>
            <p:cNvSpPr/>
            <p:nvPr/>
          </p:nvSpPr>
          <p:spPr>
            <a:xfrm>
              <a:off x="7299800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2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1" name="Google Shape;1150;p26">
              <a:extLst>
                <a:ext uri="{FF2B5EF4-FFF2-40B4-BE49-F238E27FC236}">
                  <a16:creationId xmlns:a16="http://schemas.microsoft.com/office/drawing/2014/main" id="{8F1C2D44-ECA4-E307-9022-16DAC481FA70}"/>
                </a:ext>
              </a:extLst>
            </p:cNvPr>
            <p:cNvSpPr/>
            <p:nvPr/>
          </p:nvSpPr>
          <p:spPr>
            <a:xfrm>
              <a:off x="7309075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2" name="Google Shape;1151;p26">
              <a:extLst>
                <a:ext uri="{FF2B5EF4-FFF2-40B4-BE49-F238E27FC236}">
                  <a16:creationId xmlns:a16="http://schemas.microsoft.com/office/drawing/2014/main" id="{49B52B7D-9833-8E9B-EE42-CD79839EE1B9}"/>
                </a:ext>
              </a:extLst>
            </p:cNvPr>
            <p:cNvSpPr/>
            <p:nvPr/>
          </p:nvSpPr>
          <p:spPr>
            <a:xfrm>
              <a:off x="7261775" y="1885700"/>
              <a:ext cx="53825" cy="53600"/>
            </a:xfrm>
            <a:custGeom>
              <a:avLst/>
              <a:gdLst/>
              <a:ahLst/>
              <a:cxnLst/>
              <a:rect l="l" t="t" r="r" b="b"/>
              <a:pathLst>
                <a:path w="2153" h="2144" extrusionOk="0">
                  <a:moveTo>
                    <a:pt x="1077" y="0"/>
                  </a:moveTo>
                  <a:cubicBezTo>
                    <a:pt x="483" y="0"/>
                    <a:pt x="1" y="473"/>
                    <a:pt x="1" y="1067"/>
                  </a:cubicBezTo>
                  <a:cubicBezTo>
                    <a:pt x="1" y="1661"/>
                    <a:pt x="483" y="2143"/>
                    <a:pt x="1077" y="2143"/>
                  </a:cubicBezTo>
                  <a:cubicBezTo>
                    <a:pt x="1670" y="2143"/>
                    <a:pt x="2153" y="1661"/>
                    <a:pt x="2153" y="1067"/>
                  </a:cubicBezTo>
                  <a:cubicBezTo>
                    <a:pt x="2153" y="473"/>
                    <a:pt x="1670" y="0"/>
                    <a:pt x="1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3" name="Google Shape;1152;p26">
              <a:extLst>
                <a:ext uri="{FF2B5EF4-FFF2-40B4-BE49-F238E27FC236}">
                  <a16:creationId xmlns:a16="http://schemas.microsoft.com/office/drawing/2014/main" id="{52952C2C-71A2-A254-82CC-000F67948ABF}"/>
                </a:ext>
              </a:extLst>
            </p:cNvPr>
            <p:cNvSpPr/>
            <p:nvPr/>
          </p:nvSpPr>
          <p:spPr>
            <a:xfrm>
              <a:off x="7260375" y="1884075"/>
              <a:ext cx="56625" cy="56850"/>
            </a:xfrm>
            <a:custGeom>
              <a:avLst/>
              <a:gdLst/>
              <a:ahLst/>
              <a:cxnLst/>
              <a:rect l="l" t="t" r="r" b="b"/>
              <a:pathLst>
                <a:path w="2265" h="2274" extrusionOk="0">
                  <a:moveTo>
                    <a:pt x="1133" y="121"/>
                  </a:moveTo>
                  <a:cubicBezTo>
                    <a:pt x="1689" y="121"/>
                    <a:pt x="2144" y="576"/>
                    <a:pt x="2144" y="1132"/>
                  </a:cubicBezTo>
                  <a:cubicBezTo>
                    <a:pt x="2144" y="1698"/>
                    <a:pt x="1689" y="2153"/>
                    <a:pt x="1133" y="2153"/>
                  </a:cubicBezTo>
                  <a:cubicBezTo>
                    <a:pt x="567" y="2153"/>
                    <a:pt x="112" y="1698"/>
                    <a:pt x="112" y="1132"/>
                  </a:cubicBezTo>
                  <a:cubicBezTo>
                    <a:pt x="112" y="576"/>
                    <a:pt x="567" y="121"/>
                    <a:pt x="1133" y="121"/>
                  </a:cubicBezTo>
                  <a:close/>
                  <a:moveTo>
                    <a:pt x="1133" y="0"/>
                  </a:moveTo>
                  <a:cubicBezTo>
                    <a:pt x="502" y="0"/>
                    <a:pt x="1" y="511"/>
                    <a:pt x="1" y="1132"/>
                  </a:cubicBezTo>
                  <a:cubicBezTo>
                    <a:pt x="1" y="1763"/>
                    <a:pt x="502" y="2273"/>
                    <a:pt x="1133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4" name="Google Shape;1153;p26">
              <a:extLst>
                <a:ext uri="{FF2B5EF4-FFF2-40B4-BE49-F238E27FC236}">
                  <a16:creationId xmlns:a16="http://schemas.microsoft.com/office/drawing/2014/main" id="{924DFD62-266A-EE7E-A094-16B49B73516A}"/>
                </a:ext>
              </a:extLst>
            </p:cNvPr>
            <p:cNvSpPr/>
            <p:nvPr/>
          </p:nvSpPr>
          <p:spPr>
            <a:xfrm>
              <a:off x="7276625" y="1914000"/>
              <a:ext cx="23900" cy="12075"/>
            </a:xfrm>
            <a:custGeom>
              <a:avLst/>
              <a:gdLst/>
              <a:ahLst/>
              <a:cxnLst/>
              <a:rect l="l" t="t" r="r" b="b"/>
              <a:pathLst>
                <a:path w="956" h="483" extrusionOk="0">
                  <a:moveTo>
                    <a:pt x="483" y="0"/>
                  </a:moveTo>
                  <a:cubicBezTo>
                    <a:pt x="214" y="0"/>
                    <a:pt x="0" y="213"/>
                    <a:pt x="0" y="482"/>
                  </a:cubicBezTo>
                  <a:lnTo>
                    <a:pt x="956" y="482"/>
                  </a:lnTo>
                  <a:cubicBezTo>
                    <a:pt x="956" y="213"/>
                    <a:pt x="742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6" name="Google Shape;1154;p26">
              <a:extLst>
                <a:ext uri="{FF2B5EF4-FFF2-40B4-BE49-F238E27FC236}">
                  <a16:creationId xmlns:a16="http://schemas.microsoft.com/office/drawing/2014/main" id="{A520EECD-EA7F-BD1F-376F-3E287D19BFBD}"/>
                </a:ext>
              </a:extLst>
            </p:cNvPr>
            <p:cNvSpPr/>
            <p:nvPr/>
          </p:nvSpPr>
          <p:spPr>
            <a:xfrm>
              <a:off x="7275225" y="1912600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21"/>
                  </a:moveTo>
                  <a:cubicBezTo>
                    <a:pt x="743" y="121"/>
                    <a:pt x="919" y="279"/>
                    <a:pt x="947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9" y="121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2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7" y="538"/>
                  </a:cubicBezTo>
                  <a:cubicBezTo>
                    <a:pt x="1077" y="242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8" name="Google Shape;1155;p26">
              <a:extLst>
                <a:ext uri="{FF2B5EF4-FFF2-40B4-BE49-F238E27FC236}">
                  <a16:creationId xmlns:a16="http://schemas.microsoft.com/office/drawing/2014/main" id="{05F4A5E5-40B1-6ADD-1E14-DB8E3CB8EEFC}"/>
                </a:ext>
              </a:extLst>
            </p:cNvPr>
            <p:cNvSpPr/>
            <p:nvPr/>
          </p:nvSpPr>
          <p:spPr>
            <a:xfrm>
              <a:off x="7281950" y="189892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cubicBezTo>
                    <a:pt x="1" y="418"/>
                    <a:pt x="121" y="538"/>
                    <a:pt x="270" y="538"/>
                  </a:cubicBezTo>
                  <a:cubicBezTo>
                    <a:pt x="418" y="538"/>
                    <a:pt x="539" y="418"/>
                    <a:pt x="539" y="269"/>
                  </a:cubicBezTo>
                  <a:cubicBezTo>
                    <a:pt x="539" y="121"/>
                    <a:pt x="418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2" name="Google Shape;1156;p26">
              <a:extLst>
                <a:ext uri="{FF2B5EF4-FFF2-40B4-BE49-F238E27FC236}">
                  <a16:creationId xmlns:a16="http://schemas.microsoft.com/office/drawing/2014/main" id="{2187E783-779D-13CC-6509-89B73CC02AAE}"/>
                </a:ext>
              </a:extLst>
            </p:cNvPr>
            <p:cNvSpPr/>
            <p:nvPr/>
          </p:nvSpPr>
          <p:spPr>
            <a:xfrm>
              <a:off x="7280550" y="1897525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6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6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6" y="112"/>
                  </a:cubicBezTo>
                  <a:close/>
                  <a:moveTo>
                    <a:pt x="326" y="0"/>
                  </a:moveTo>
                  <a:cubicBezTo>
                    <a:pt x="140" y="0"/>
                    <a:pt x="1" y="140"/>
                    <a:pt x="1" y="325"/>
                  </a:cubicBezTo>
                  <a:cubicBezTo>
                    <a:pt x="1" y="511"/>
                    <a:pt x="140" y="659"/>
                    <a:pt x="326" y="659"/>
                  </a:cubicBezTo>
                  <a:cubicBezTo>
                    <a:pt x="511" y="659"/>
                    <a:pt x="660" y="511"/>
                    <a:pt x="660" y="325"/>
                  </a:cubicBezTo>
                  <a:cubicBezTo>
                    <a:pt x="660" y="140"/>
                    <a:pt x="511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3" name="Google Shape;1157;p26">
              <a:extLst>
                <a:ext uri="{FF2B5EF4-FFF2-40B4-BE49-F238E27FC236}">
                  <a16:creationId xmlns:a16="http://schemas.microsoft.com/office/drawing/2014/main" id="{90D33D83-8DA4-F3EA-DA9C-FB71BF9A7CF1}"/>
                </a:ext>
              </a:extLst>
            </p:cNvPr>
            <p:cNvSpPr/>
            <p:nvPr/>
          </p:nvSpPr>
          <p:spPr>
            <a:xfrm>
              <a:off x="7268725" y="1995400"/>
              <a:ext cx="39700" cy="12300"/>
            </a:xfrm>
            <a:custGeom>
              <a:avLst/>
              <a:gdLst/>
              <a:ahLst/>
              <a:cxnLst/>
              <a:rect l="l" t="t" r="r" b="b"/>
              <a:pathLst>
                <a:path w="1588" h="492" extrusionOk="0">
                  <a:moveTo>
                    <a:pt x="251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90"/>
                    <a:pt x="112" y="492"/>
                    <a:pt x="251" y="492"/>
                  </a:cubicBezTo>
                  <a:lnTo>
                    <a:pt x="1346" y="492"/>
                  </a:lnTo>
                  <a:cubicBezTo>
                    <a:pt x="1476" y="492"/>
                    <a:pt x="1587" y="390"/>
                    <a:pt x="1587" y="251"/>
                  </a:cubicBezTo>
                  <a:cubicBezTo>
                    <a:pt x="1587" y="111"/>
                    <a:pt x="1476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4" name="Google Shape;1158;p26">
              <a:extLst>
                <a:ext uri="{FF2B5EF4-FFF2-40B4-BE49-F238E27FC236}">
                  <a16:creationId xmlns:a16="http://schemas.microsoft.com/office/drawing/2014/main" id="{2BE45C22-92F3-2C83-DE85-257492AA93DB}"/>
                </a:ext>
              </a:extLst>
            </p:cNvPr>
            <p:cNvSpPr/>
            <p:nvPr/>
          </p:nvSpPr>
          <p:spPr>
            <a:xfrm>
              <a:off x="7267350" y="1994000"/>
              <a:ext cx="42450" cy="15325"/>
            </a:xfrm>
            <a:custGeom>
              <a:avLst/>
              <a:gdLst/>
              <a:ahLst/>
              <a:cxnLst/>
              <a:rect l="l" t="t" r="r" b="b"/>
              <a:pathLst>
                <a:path w="1698" h="613" extrusionOk="0">
                  <a:moveTo>
                    <a:pt x="1401" y="121"/>
                  </a:moveTo>
                  <a:cubicBezTo>
                    <a:pt x="1503" y="121"/>
                    <a:pt x="1586" y="20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12" y="409"/>
                    <a:pt x="112" y="307"/>
                  </a:cubicBezTo>
                  <a:cubicBezTo>
                    <a:pt x="112" y="205"/>
                    <a:pt x="195" y="121"/>
                    <a:pt x="306" y="121"/>
                  </a:cubicBezTo>
                  <a:close/>
                  <a:moveTo>
                    <a:pt x="306" y="0"/>
                  </a:moveTo>
                  <a:cubicBezTo>
                    <a:pt x="139" y="0"/>
                    <a:pt x="0" y="140"/>
                    <a:pt x="0" y="307"/>
                  </a:cubicBezTo>
                  <a:cubicBezTo>
                    <a:pt x="0" y="474"/>
                    <a:pt x="130" y="613"/>
                    <a:pt x="306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5" name="Google Shape;1159;p26">
              <a:extLst>
                <a:ext uri="{FF2B5EF4-FFF2-40B4-BE49-F238E27FC236}">
                  <a16:creationId xmlns:a16="http://schemas.microsoft.com/office/drawing/2014/main" id="{B1EC1D01-C090-AED3-9F38-344077C424FA}"/>
                </a:ext>
              </a:extLst>
            </p:cNvPr>
            <p:cNvSpPr/>
            <p:nvPr/>
          </p:nvSpPr>
          <p:spPr>
            <a:xfrm>
              <a:off x="7284275" y="2327500"/>
              <a:ext cx="305000" cy="222425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6" name="Google Shape;1160;p26">
              <a:extLst>
                <a:ext uri="{FF2B5EF4-FFF2-40B4-BE49-F238E27FC236}">
                  <a16:creationId xmlns:a16="http://schemas.microsoft.com/office/drawing/2014/main" id="{122CC250-8FFA-3A72-1737-C219F8A3F390}"/>
                </a:ext>
              </a:extLst>
            </p:cNvPr>
            <p:cNvSpPr/>
            <p:nvPr/>
          </p:nvSpPr>
          <p:spPr>
            <a:xfrm>
              <a:off x="7301425" y="2310575"/>
              <a:ext cx="305000" cy="37575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7" name="Google Shape;1161;p26">
              <a:extLst>
                <a:ext uri="{FF2B5EF4-FFF2-40B4-BE49-F238E27FC236}">
                  <a16:creationId xmlns:a16="http://schemas.microsoft.com/office/drawing/2014/main" id="{571A6525-46A4-1D3B-F996-0FB912B26C97}"/>
                </a:ext>
              </a:extLst>
            </p:cNvPr>
            <p:cNvSpPr/>
            <p:nvPr/>
          </p:nvSpPr>
          <p:spPr>
            <a:xfrm>
              <a:off x="7299800" y="2309175"/>
              <a:ext cx="308025" cy="4037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8" name="Google Shape;1162;p26">
              <a:extLst>
                <a:ext uri="{FF2B5EF4-FFF2-40B4-BE49-F238E27FC236}">
                  <a16:creationId xmlns:a16="http://schemas.microsoft.com/office/drawing/2014/main" id="{2392CD01-6CF3-40CB-A11E-2D1F00B8DCB8}"/>
                </a:ext>
              </a:extLst>
            </p:cNvPr>
            <p:cNvSpPr/>
            <p:nvPr/>
          </p:nvSpPr>
          <p:spPr>
            <a:xfrm>
              <a:off x="75537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90" name="Google Shape;1163;p26">
              <a:extLst>
                <a:ext uri="{FF2B5EF4-FFF2-40B4-BE49-F238E27FC236}">
                  <a16:creationId xmlns:a16="http://schemas.microsoft.com/office/drawing/2014/main" id="{605C2ED9-7DB7-FFFD-A9D3-29FC7BB6D9FB}"/>
                </a:ext>
              </a:extLst>
            </p:cNvPr>
            <p:cNvSpPr/>
            <p:nvPr/>
          </p:nvSpPr>
          <p:spPr>
            <a:xfrm>
              <a:off x="75762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3" name="Google Shape;1164;p26">
              <a:extLst>
                <a:ext uri="{FF2B5EF4-FFF2-40B4-BE49-F238E27FC236}">
                  <a16:creationId xmlns:a16="http://schemas.microsoft.com/office/drawing/2014/main" id="{431B68AE-F408-0D12-344D-01F68ABB4975}"/>
                </a:ext>
              </a:extLst>
            </p:cNvPr>
            <p:cNvSpPr/>
            <p:nvPr/>
          </p:nvSpPr>
          <p:spPr>
            <a:xfrm>
              <a:off x="7531500" y="232170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4" name="Google Shape;1165;p26">
              <a:extLst>
                <a:ext uri="{FF2B5EF4-FFF2-40B4-BE49-F238E27FC236}">
                  <a16:creationId xmlns:a16="http://schemas.microsoft.com/office/drawing/2014/main" id="{66D76BA7-B48A-58AF-2AC8-924148009C7A}"/>
                </a:ext>
              </a:extLst>
            </p:cNvPr>
            <p:cNvSpPr/>
            <p:nvPr/>
          </p:nvSpPr>
          <p:spPr>
            <a:xfrm>
              <a:off x="7301200" y="2348125"/>
              <a:ext cx="305000" cy="183475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5" name="Google Shape;1166;p26">
              <a:extLst>
                <a:ext uri="{FF2B5EF4-FFF2-40B4-BE49-F238E27FC236}">
                  <a16:creationId xmlns:a16="http://schemas.microsoft.com/office/drawing/2014/main" id="{243CBBBF-6547-6924-C20F-673549FF0339}"/>
                </a:ext>
              </a:extLst>
            </p:cNvPr>
            <p:cNvSpPr/>
            <p:nvPr/>
          </p:nvSpPr>
          <p:spPr>
            <a:xfrm>
              <a:off x="7299800" y="2346750"/>
              <a:ext cx="308025" cy="186250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6" name="Google Shape;1167;p26">
              <a:extLst>
                <a:ext uri="{FF2B5EF4-FFF2-40B4-BE49-F238E27FC236}">
                  <a16:creationId xmlns:a16="http://schemas.microsoft.com/office/drawing/2014/main" id="{BE5C0245-C176-901C-74B1-6434B355B5A9}"/>
                </a:ext>
              </a:extLst>
            </p:cNvPr>
            <p:cNvSpPr/>
            <p:nvPr/>
          </p:nvSpPr>
          <p:spPr>
            <a:xfrm>
              <a:off x="7510150" y="2385250"/>
              <a:ext cx="67525" cy="103925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7" name="Google Shape;1168;p26">
              <a:extLst>
                <a:ext uri="{FF2B5EF4-FFF2-40B4-BE49-F238E27FC236}">
                  <a16:creationId xmlns:a16="http://schemas.microsoft.com/office/drawing/2014/main" id="{EDE68183-AFD1-AF65-F677-F152181D9C1B}"/>
                </a:ext>
              </a:extLst>
            </p:cNvPr>
            <p:cNvSpPr/>
            <p:nvPr/>
          </p:nvSpPr>
          <p:spPr>
            <a:xfrm>
              <a:off x="7508775" y="2383625"/>
              <a:ext cx="70300" cy="10717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8" name="Google Shape;1169;p26">
              <a:extLst>
                <a:ext uri="{FF2B5EF4-FFF2-40B4-BE49-F238E27FC236}">
                  <a16:creationId xmlns:a16="http://schemas.microsoft.com/office/drawing/2014/main" id="{8074DB28-6A04-4238-7556-1EADE2F4E087}"/>
                </a:ext>
              </a:extLst>
            </p:cNvPr>
            <p:cNvSpPr/>
            <p:nvPr/>
          </p:nvSpPr>
          <p:spPr>
            <a:xfrm>
              <a:off x="7511775" y="2387100"/>
              <a:ext cx="65200" cy="100900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09" name="Google Shape;1170;p26">
              <a:extLst>
                <a:ext uri="{FF2B5EF4-FFF2-40B4-BE49-F238E27FC236}">
                  <a16:creationId xmlns:a16="http://schemas.microsoft.com/office/drawing/2014/main" id="{1DDF0BF2-69C5-5F33-D15B-E990858D6510}"/>
                </a:ext>
              </a:extLst>
            </p:cNvPr>
            <p:cNvSpPr/>
            <p:nvPr/>
          </p:nvSpPr>
          <p:spPr>
            <a:xfrm>
              <a:off x="7510150" y="2385700"/>
              <a:ext cx="68450" cy="103700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0" name="Google Shape;1171;p26">
              <a:extLst>
                <a:ext uri="{FF2B5EF4-FFF2-40B4-BE49-F238E27FC236}">
                  <a16:creationId xmlns:a16="http://schemas.microsoft.com/office/drawing/2014/main" id="{2202E592-5F8A-8DA4-05AE-2EAEA5FA84F2}"/>
                </a:ext>
              </a:extLst>
            </p:cNvPr>
            <p:cNvSpPr/>
            <p:nvPr/>
          </p:nvSpPr>
          <p:spPr>
            <a:xfrm>
              <a:off x="7510625" y="2386875"/>
              <a:ext cx="64950" cy="102300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1" name="Google Shape;1172;p26">
              <a:extLst>
                <a:ext uri="{FF2B5EF4-FFF2-40B4-BE49-F238E27FC236}">
                  <a16:creationId xmlns:a16="http://schemas.microsoft.com/office/drawing/2014/main" id="{9785C6D7-A8AF-68E0-9CFA-9477358F17D2}"/>
                </a:ext>
              </a:extLst>
            </p:cNvPr>
            <p:cNvSpPr/>
            <p:nvPr/>
          </p:nvSpPr>
          <p:spPr>
            <a:xfrm>
              <a:off x="7509000" y="2385325"/>
              <a:ext cx="68200" cy="105475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2" name="Google Shape;1173;p26">
              <a:extLst>
                <a:ext uri="{FF2B5EF4-FFF2-40B4-BE49-F238E27FC236}">
                  <a16:creationId xmlns:a16="http://schemas.microsoft.com/office/drawing/2014/main" id="{B3138EBD-056C-A0AD-5FD7-47BE89B5A073}"/>
                </a:ext>
              </a:extLst>
            </p:cNvPr>
            <p:cNvSpPr/>
            <p:nvPr/>
          </p:nvSpPr>
          <p:spPr>
            <a:xfrm>
              <a:off x="7340175" y="2391050"/>
              <a:ext cx="143350" cy="3025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3" name="Google Shape;1174;p26">
              <a:extLst>
                <a:ext uri="{FF2B5EF4-FFF2-40B4-BE49-F238E27FC236}">
                  <a16:creationId xmlns:a16="http://schemas.microsoft.com/office/drawing/2014/main" id="{7E64C0DB-AA16-BF8E-D4DA-FC425E766DD7}"/>
                </a:ext>
              </a:extLst>
            </p:cNvPr>
            <p:cNvSpPr/>
            <p:nvPr/>
          </p:nvSpPr>
          <p:spPr>
            <a:xfrm>
              <a:off x="7340175" y="2412375"/>
              <a:ext cx="52200" cy="3050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4" name="Google Shape;1175;p26">
              <a:extLst>
                <a:ext uri="{FF2B5EF4-FFF2-40B4-BE49-F238E27FC236}">
                  <a16:creationId xmlns:a16="http://schemas.microsoft.com/office/drawing/2014/main" id="{92DC1EF8-A592-87FB-4BDF-268507A7396D}"/>
                </a:ext>
              </a:extLst>
            </p:cNvPr>
            <p:cNvSpPr/>
            <p:nvPr/>
          </p:nvSpPr>
          <p:spPr>
            <a:xfrm>
              <a:off x="7409750" y="2412375"/>
              <a:ext cx="62875" cy="3050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5" name="Google Shape;1176;p26">
              <a:extLst>
                <a:ext uri="{FF2B5EF4-FFF2-40B4-BE49-F238E27FC236}">
                  <a16:creationId xmlns:a16="http://schemas.microsoft.com/office/drawing/2014/main" id="{58251E5C-8598-1104-DD48-CD32B1417767}"/>
                </a:ext>
              </a:extLst>
            </p:cNvPr>
            <p:cNvSpPr/>
            <p:nvPr/>
          </p:nvSpPr>
          <p:spPr>
            <a:xfrm>
              <a:off x="7340175" y="2477075"/>
              <a:ext cx="93025" cy="2825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6" name="Google Shape;1177;p26">
              <a:extLst>
                <a:ext uri="{FF2B5EF4-FFF2-40B4-BE49-F238E27FC236}">
                  <a16:creationId xmlns:a16="http://schemas.microsoft.com/office/drawing/2014/main" id="{ECB854BD-A60D-05E7-C59D-F5C6F2A9B39E}"/>
                </a:ext>
              </a:extLst>
            </p:cNvPr>
            <p:cNvSpPr/>
            <p:nvPr/>
          </p:nvSpPr>
          <p:spPr>
            <a:xfrm>
              <a:off x="7340175" y="2434875"/>
              <a:ext cx="144500" cy="2800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7" name="Google Shape;1178;p26">
              <a:extLst>
                <a:ext uri="{FF2B5EF4-FFF2-40B4-BE49-F238E27FC236}">
                  <a16:creationId xmlns:a16="http://schemas.microsoft.com/office/drawing/2014/main" id="{CBF0E13A-FA76-DB86-7991-A9D0CFF434B7}"/>
                </a:ext>
              </a:extLst>
            </p:cNvPr>
            <p:cNvSpPr/>
            <p:nvPr/>
          </p:nvSpPr>
          <p:spPr>
            <a:xfrm>
              <a:off x="7340175" y="2456200"/>
              <a:ext cx="47800" cy="2825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8" name="Google Shape;1179;p26">
              <a:extLst>
                <a:ext uri="{FF2B5EF4-FFF2-40B4-BE49-F238E27FC236}">
                  <a16:creationId xmlns:a16="http://schemas.microsoft.com/office/drawing/2014/main" id="{8027A3CC-BDB8-57FF-5FBB-73FE1C0C32A0}"/>
                </a:ext>
              </a:extLst>
            </p:cNvPr>
            <p:cNvSpPr/>
            <p:nvPr/>
          </p:nvSpPr>
          <p:spPr>
            <a:xfrm>
              <a:off x="7398850" y="2456200"/>
              <a:ext cx="84675" cy="2825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19" name="Google Shape;1180;p26">
              <a:extLst>
                <a:ext uri="{FF2B5EF4-FFF2-40B4-BE49-F238E27FC236}">
                  <a16:creationId xmlns:a16="http://schemas.microsoft.com/office/drawing/2014/main" id="{2D8A59D9-2C72-0F9F-29C1-CA4C3ABF5E1D}"/>
                </a:ext>
              </a:extLst>
            </p:cNvPr>
            <p:cNvSpPr/>
            <p:nvPr/>
          </p:nvSpPr>
          <p:spPr>
            <a:xfrm>
              <a:off x="7414375" y="2425125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0" name="Google Shape;1181;p26">
              <a:extLst>
                <a:ext uri="{FF2B5EF4-FFF2-40B4-BE49-F238E27FC236}">
                  <a16:creationId xmlns:a16="http://schemas.microsoft.com/office/drawing/2014/main" id="{865DFE0A-77C8-52DF-BD22-13C938812F24}"/>
                </a:ext>
              </a:extLst>
            </p:cNvPr>
            <p:cNvSpPr/>
            <p:nvPr/>
          </p:nvSpPr>
          <p:spPr>
            <a:xfrm>
              <a:off x="7106150" y="2233800"/>
              <a:ext cx="232650" cy="16562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1" name="Google Shape;1182;p26">
              <a:extLst>
                <a:ext uri="{FF2B5EF4-FFF2-40B4-BE49-F238E27FC236}">
                  <a16:creationId xmlns:a16="http://schemas.microsoft.com/office/drawing/2014/main" id="{07155A93-41F2-6391-4C67-E1B3E0832B7B}"/>
                </a:ext>
              </a:extLst>
            </p:cNvPr>
            <p:cNvSpPr/>
            <p:nvPr/>
          </p:nvSpPr>
          <p:spPr>
            <a:xfrm>
              <a:off x="7104525" y="2232175"/>
              <a:ext cx="235675" cy="168850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2" name="Google Shape;1183;p26">
              <a:extLst>
                <a:ext uri="{FF2B5EF4-FFF2-40B4-BE49-F238E27FC236}">
                  <a16:creationId xmlns:a16="http://schemas.microsoft.com/office/drawing/2014/main" id="{85B4FF47-7233-5DA7-CF42-2BD76A3B2666}"/>
                </a:ext>
              </a:extLst>
            </p:cNvPr>
            <p:cNvSpPr/>
            <p:nvPr/>
          </p:nvSpPr>
          <p:spPr>
            <a:xfrm>
              <a:off x="7119150" y="2221275"/>
              <a:ext cx="232625" cy="27850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3" name="Google Shape;1184;p26">
              <a:extLst>
                <a:ext uri="{FF2B5EF4-FFF2-40B4-BE49-F238E27FC236}">
                  <a16:creationId xmlns:a16="http://schemas.microsoft.com/office/drawing/2014/main" id="{628C7A72-41D1-6AED-31CE-845DEDA57340}"/>
                </a:ext>
              </a:extLst>
            </p:cNvPr>
            <p:cNvSpPr/>
            <p:nvPr/>
          </p:nvSpPr>
          <p:spPr>
            <a:xfrm>
              <a:off x="7117750" y="2219650"/>
              <a:ext cx="235425" cy="30875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4" name="Google Shape;1185;p26">
              <a:extLst>
                <a:ext uri="{FF2B5EF4-FFF2-40B4-BE49-F238E27FC236}">
                  <a16:creationId xmlns:a16="http://schemas.microsoft.com/office/drawing/2014/main" id="{447D95B4-0C9F-E22C-95DD-FCC6F01ADE5D}"/>
                </a:ext>
              </a:extLst>
            </p:cNvPr>
            <p:cNvSpPr/>
            <p:nvPr/>
          </p:nvSpPr>
          <p:spPr>
            <a:xfrm>
              <a:off x="7143950" y="2229150"/>
              <a:ext cx="11400" cy="1140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5" name="Google Shape;1186;p26">
              <a:extLst>
                <a:ext uri="{FF2B5EF4-FFF2-40B4-BE49-F238E27FC236}">
                  <a16:creationId xmlns:a16="http://schemas.microsoft.com/office/drawing/2014/main" id="{7F9294A3-8020-7458-74CB-3E796CB73F27}"/>
                </a:ext>
              </a:extLst>
            </p:cNvPr>
            <p:cNvSpPr/>
            <p:nvPr/>
          </p:nvSpPr>
          <p:spPr>
            <a:xfrm>
              <a:off x="7160650" y="2229150"/>
              <a:ext cx="11625" cy="1140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6" name="Google Shape;1187;p26">
              <a:extLst>
                <a:ext uri="{FF2B5EF4-FFF2-40B4-BE49-F238E27FC236}">
                  <a16:creationId xmlns:a16="http://schemas.microsoft.com/office/drawing/2014/main" id="{DE36D6A0-0A20-DC16-A7FE-63B1BB2CF2EC}"/>
                </a:ext>
              </a:extLst>
            </p:cNvPr>
            <p:cNvSpPr/>
            <p:nvPr/>
          </p:nvSpPr>
          <p:spPr>
            <a:xfrm>
              <a:off x="7127275" y="2229150"/>
              <a:ext cx="11600" cy="1140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7" name="Google Shape;1188;p26">
              <a:extLst>
                <a:ext uri="{FF2B5EF4-FFF2-40B4-BE49-F238E27FC236}">
                  <a16:creationId xmlns:a16="http://schemas.microsoft.com/office/drawing/2014/main" id="{78F84546-0096-4430-3594-BA34F580A813}"/>
                </a:ext>
              </a:extLst>
            </p:cNvPr>
            <p:cNvSpPr/>
            <p:nvPr/>
          </p:nvSpPr>
          <p:spPr>
            <a:xfrm>
              <a:off x="7118925" y="2249100"/>
              <a:ext cx="232625" cy="136625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8" name="Google Shape;1189;p26">
              <a:extLst>
                <a:ext uri="{FF2B5EF4-FFF2-40B4-BE49-F238E27FC236}">
                  <a16:creationId xmlns:a16="http://schemas.microsoft.com/office/drawing/2014/main" id="{ECBF413B-6818-092B-C1A0-E10815D99FC8}"/>
                </a:ext>
              </a:extLst>
            </p:cNvPr>
            <p:cNvSpPr/>
            <p:nvPr/>
          </p:nvSpPr>
          <p:spPr>
            <a:xfrm>
              <a:off x="7117525" y="2247725"/>
              <a:ext cx="235650" cy="139625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29" name="Google Shape;1190;p26">
              <a:extLst>
                <a:ext uri="{FF2B5EF4-FFF2-40B4-BE49-F238E27FC236}">
                  <a16:creationId xmlns:a16="http://schemas.microsoft.com/office/drawing/2014/main" id="{C2EB4E06-3157-5978-BDC4-2D046C3D6CF6}"/>
                </a:ext>
              </a:extLst>
            </p:cNvPr>
            <p:cNvSpPr/>
            <p:nvPr/>
          </p:nvSpPr>
          <p:spPr>
            <a:xfrm>
              <a:off x="7224200" y="2280875"/>
              <a:ext cx="98600" cy="2825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0" name="Google Shape;1191;p26">
              <a:extLst>
                <a:ext uri="{FF2B5EF4-FFF2-40B4-BE49-F238E27FC236}">
                  <a16:creationId xmlns:a16="http://schemas.microsoft.com/office/drawing/2014/main" id="{21527DD2-2CBD-1AF3-C250-E99388B47AF9}"/>
                </a:ext>
              </a:extLst>
            </p:cNvPr>
            <p:cNvSpPr/>
            <p:nvPr/>
          </p:nvSpPr>
          <p:spPr>
            <a:xfrm>
              <a:off x="7224200" y="2296650"/>
              <a:ext cx="36450" cy="3050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1" name="Google Shape;1192;p26">
              <a:extLst>
                <a:ext uri="{FF2B5EF4-FFF2-40B4-BE49-F238E27FC236}">
                  <a16:creationId xmlns:a16="http://schemas.microsoft.com/office/drawing/2014/main" id="{14C0D2FC-BC7C-FF74-C5DC-6F58840338E7}"/>
                </a:ext>
              </a:extLst>
            </p:cNvPr>
            <p:cNvSpPr/>
            <p:nvPr/>
          </p:nvSpPr>
          <p:spPr>
            <a:xfrm>
              <a:off x="7271525" y="2296650"/>
              <a:ext cx="43850" cy="3050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2" name="Google Shape;1193;p26">
              <a:extLst>
                <a:ext uri="{FF2B5EF4-FFF2-40B4-BE49-F238E27FC236}">
                  <a16:creationId xmlns:a16="http://schemas.microsoft.com/office/drawing/2014/main" id="{424388DD-37B2-6DF7-C06A-ECF2E66AF392}"/>
                </a:ext>
              </a:extLst>
            </p:cNvPr>
            <p:cNvSpPr/>
            <p:nvPr/>
          </p:nvSpPr>
          <p:spPr>
            <a:xfrm>
              <a:off x="7224200" y="2344900"/>
              <a:ext cx="64275" cy="2800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3" name="Google Shape;1194;p26">
              <a:extLst>
                <a:ext uri="{FF2B5EF4-FFF2-40B4-BE49-F238E27FC236}">
                  <a16:creationId xmlns:a16="http://schemas.microsoft.com/office/drawing/2014/main" id="{98D99243-AD2B-6C04-A209-353FF34DD3EA}"/>
                </a:ext>
              </a:extLst>
            </p:cNvPr>
            <p:cNvSpPr/>
            <p:nvPr/>
          </p:nvSpPr>
          <p:spPr>
            <a:xfrm>
              <a:off x="7224200" y="2313350"/>
              <a:ext cx="99525" cy="2800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4" name="Google Shape;1195;p26">
              <a:extLst>
                <a:ext uri="{FF2B5EF4-FFF2-40B4-BE49-F238E27FC236}">
                  <a16:creationId xmlns:a16="http://schemas.microsoft.com/office/drawing/2014/main" id="{4EA7572B-E81B-DFAC-17A7-37B8F67054C0}"/>
                </a:ext>
              </a:extLst>
            </p:cNvPr>
            <p:cNvSpPr/>
            <p:nvPr/>
          </p:nvSpPr>
          <p:spPr>
            <a:xfrm>
              <a:off x="7224200" y="2329125"/>
              <a:ext cx="33425" cy="3025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5" name="Google Shape;1196;p26">
              <a:extLst>
                <a:ext uri="{FF2B5EF4-FFF2-40B4-BE49-F238E27FC236}">
                  <a16:creationId xmlns:a16="http://schemas.microsoft.com/office/drawing/2014/main" id="{EC2F7B39-E0C7-72F8-E591-B03C54911AEB}"/>
                </a:ext>
              </a:extLst>
            </p:cNvPr>
            <p:cNvSpPr/>
            <p:nvPr/>
          </p:nvSpPr>
          <p:spPr>
            <a:xfrm>
              <a:off x="7264100" y="2329125"/>
              <a:ext cx="58700" cy="3025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6" name="Google Shape;1197;p26">
              <a:extLst>
                <a:ext uri="{FF2B5EF4-FFF2-40B4-BE49-F238E27FC236}">
                  <a16:creationId xmlns:a16="http://schemas.microsoft.com/office/drawing/2014/main" id="{A8A44A41-980B-1245-CEAC-4F24A78158A4}"/>
                </a:ext>
              </a:extLst>
            </p:cNvPr>
            <p:cNvSpPr/>
            <p:nvPr/>
          </p:nvSpPr>
          <p:spPr>
            <a:xfrm>
              <a:off x="7136550" y="2273925"/>
              <a:ext cx="70525" cy="705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7" name="Google Shape;1198;p26">
              <a:extLst>
                <a:ext uri="{FF2B5EF4-FFF2-40B4-BE49-F238E27FC236}">
                  <a16:creationId xmlns:a16="http://schemas.microsoft.com/office/drawing/2014/main" id="{031D45C7-C655-5CE6-52CB-FD1FE4B4AEE7}"/>
                </a:ext>
              </a:extLst>
            </p:cNvPr>
            <p:cNvSpPr/>
            <p:nvPr/>
          </p:nvSpPr>
          <p:spPr>
            <a:xfrm>
              <a:off x="7135150" y="2272525"/>
              <a:ext cx="73300" cy="73550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8" name="Google Shape;1199;p26">
              <a:extLst>
                <a:ext uri="{FF2B5EF4-FFF2-40B4-BE49-F238E27FC236}">
                  <a16:creationId xmlns:a16="http://schemas.microsoft.com/office/drawing/2014/main" id="{1DED4E2E-D0A4-D13A-71D8-68BCC3ABE319}"/>
                </a:ext>
              </a:extLst>
            </p:cNvPr>
            <p:cNvSpPr/>
            <p:nvPr/>
          </p:nvSpPr>
          <p:spPr>
            <a:xfrm>
              <a:off x="7133525" y="2274375"/>
              <a:ext cx="70525" cy="70550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39" name="Google Shape;1200;p26">
              <a:extLst>
                <a:ext uri="{FF2B5EF4-FFF2-40B4-BE49-F238E27FC236}">
                  <a16:creationId xmlns:a16="http://schemas.microsoft.com/office/drawing/2014/main" id="{FA0156BF-2D0F-970B-5D42-BFDD2D7927BA}"/>
                </a:ext>
              </a:extLst>
            </p:cNvPr>
            <p:cNvSpPr/>
            <p:nvPr/>
          </p:nvSpPr>
          <p:spPr>
            <a:xfrm>
              <a:off x="7132125" y="2273000"/>
              <a:ext cx="73325" cy="73525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0" name="Google Shape;1201;p26">
              <a:extLst>
                <a:ext uri="{FF2B5EF4-FFF2-40B4-BE49-F238E27FC236}">
                  <a16:creationId xmlns:a16="http://schemas.microsoft.com/office/drawing/2014/main" id="{CBD99489-7BD8-D9E5-F6B5-931B97495AA2}"/>
                </a:ext>
              </a:extLst>
            </p:cNvPr>
            <p:cNvSpPr/>
            <p:nvPr/>
          </p:nvSpPr>
          <p:spPr>
            <a:xfrm>
              <a:off x="7288225" y="2174500"/>
              <a:ext cx="117825" cy="104850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1" name="Google Shape;1202;p26">
              <a:extLst>
                <a:ext uri="{FF2B5EF4-FFF2-40B4-BE49-F238E27FC236}">
                  <a16:creationId xmlns:a16="http://schemas.microsoft.com/office/drawing/2014/main" id="{AC552C98-FB8B-DA0E-DF80-82D21A6AF782}"/>
                </a:ext>
              </a:extLst>
            </p:cNvPr>
            <p:cNvSpPr/>
            <p:nvPr/>
          </p:nvSpPr>
          <p:spPr>
            <a:xfrm>
              <a:off x="7293325" y="2173275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2" name="Google Shape;1203;p26">
              <a:extLst>
                <a:ext uri="{FF2B5EF4-FFF2-40B4-BE49-F238E27FC236}">
                  <a16:creationId xmlns:a16="http://schemas.microsoft.com/office/drawing/2014/main" id="{A2C0A26F-13B7-4776-6150-B4D3EA422803}"/>
                </a:ext>
              </a:extLst>
            </p:cNvPr>
            <p:cNvSpPr/>
            <p:nvPr/>
          </p:nvSpPr>
          <p:spPr>
            <a:xfrm>
              <a:off x="7296575" y="2169100"/>
              <a:ext cx="112725" cy="104825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3" name="Google Shape;1204;p26">
              <a:extLst>
                <a:ext uri="{FF2B5EF4-FFF2-40B4-BE49-F238E27FC236}">
                  <a16:creationId xmlns:a16="http://schemas.microsoft.com/office/drawing/2014/main" id="{9F1A2B1F-DEE2-E6C4-5DB6-209C8F322D84}"/>
                </a:ext>
              </a:extLst>
            </p:cNvPr>
            <p:cNvSpPr/>
            <p:nvPr/>
          </p:nvSpPr>
          <p:spPr>
            <a:xfrm>
              <a:off x="7299125" y="2167700"/>
              <a:ext cx="107850" cy="107650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4" name="Google Shape;1205;p26">
              <a:extLst>
                <a:ext uri="{FF2B5EF4-FFF2-40B4-BE49-F238E27FC236}">
                  <a16:creationId xmlns:a16="http://schemas.microsoft.com/office/drawing/2014/main" id="{547ADACA-889F-7B1F-CBDF-4B2620AB587F}"/>
                </a:ext>
              </a:extLst>
            </p:cNvPr>
            <p:cNvSpPr/>
            <p:nvPr/>
          </p:nvSpPr>
          <p:spPr>
            <a:xfrm>
              <a:off x="7335750" y="2167700"/>
              <a:ext cx="34125" cy="107650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5" name="Google Shape;1206;p26">
              <a:extLst>
                <a:ext uri="{FF2B5EF4-FFF2-40B4-BE49-F238E27FC236}">
                  <a16:creationId xmlns:a16="http://schemas.microsoft.com/office/drawing/2014/main" id="{5D64C346-D70D-8E7F-7F8B-D6FDD65353A3}"/>
                </a:ext>
              </a:extLst>
            </p:cNvPr>
            <p:cNvSpPr/>
            <p:nvPr/>
          </p:nvSpPr>
          <p:spPr>
            <a:xfrm>
              <a:off x="7303050" y="2203425"/>
              <a:ext cx="99050" cy="2800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546" name="Google Shape;1207;p26">
              <a:extLst>
                <a:ext uri="{FF2B5EF4-FFF2-40B4-BE49-F238E27FC236}">
                  <a16:creationId xmlns:a16="http://schemas.microsoft.com/office/drawing/2014/main" id="{8511EB94-734D-3B01-F178-D954DCDAC32B}"/>
                </a:ext>
              </a:extLst>
            </p:cNvPr>
            <p:cNvSpPr/>
            <p:nvPr/>
          </p:nvSpPr>
          <p:spPr>
            <a:xfrm>
              <a:off x="7303050" y="2238675"/>
              <a:ext cx="99050" cy="3025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4965295" y="2990933"/>
            <a:ext cx="3399172" cy="111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4000" b="1" spc="300" dirty="0">
                <a:latin typeface="+mn-lt"/>
              </a:rPr>
              <a:t>ĐỀ TÀI</a:t>
            </a:r>
            <a:endParaRPr sz="4000" b="1" spc="300" dirty="0">
              <a:latin typeface="+mn-lt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7710500" y="2491433"/>
            <a:ext cx="1446800" cy="14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7779866" y="2829633"/>
            <a:ext cx="1446799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dk2"/>
                </a:solidFill>
                <a:latin typeface="+mn-lt"/>
              </a:rPr>
              <a:t>01</a:t>
            </a:r>
            <a:endParaRPr dirty="0">
              <a:solidFill>
                <a:schemeClr val="dk2"/>
              </a:solidFill>
              <a:latin typeface="+mn-lt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827302" y="5158668"/>
            <a:ext cx="8373323" cy="139101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sp>
        <p:nvSpPr>
          <p:cNvPr id="693" name="Google Shape;693;p32"/>
          <p:cNvSpPr/>
          <p:nvPr/>
        </p:nvSpPr>
        <p:spPr>
          <a:xfrm>
            <a:off x="1826601" y="5158668"/>
            <a:ext cx="6765971" cy="139101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cxnSp>
        <p:nvCxnSpPr>
          <p:cNvPr id="694" name="Google Shape;694;p32"/>
          <p:cNvCxnSpPr>
            <a:cxnSpLocks/>
            <a:stCxn id="690" idx="2"/>
          </p:cNvCxnSpPr>
          <p:nvPr/>
        </p:nvCxnSpPr>
        <p:spPr>
          <a:xfrm>
            <a:off x="8433900" y="3938233"/>
            <a:ext cx="0" cy="1304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CEE84-11D0-2893-2D83-01C09E790995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01. 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ĐỀ TÀI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48769-AEF1-E052-CB7C-004C0277B26F}"/>
              </a:ext>
            </a:extLst>
          </p:cNvPr>
          <p:cNvSpPr txBox="1"/>
          <p:nvPr/>
        </p:nvSpPr>
        <p:spPr>
          <a:xfrm>
            <a:off x="967736" y="1532506"/>
            <a:ext cx="10388521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hệ thống có khả năng tự động gợi ý bài hát phù hợp với cảm xúc người dùng, dựa trên câu mô tả cảm xúc bằng ngôn ngữ tự nhiên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tiếng Việt.</a:t>
            </a:r>
            <a:endParaRPr lang="en-US" sz="2000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vi-VN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Input:Một câu mô tả cảm xúc (ví dụ: “Tôi đang buồn và muốn yên tĩnh”)</a:t>
            </a:r>
            <a:endParaRPr lang="en-US" sz="2000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vi-VN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Output:Một bài hát phù hợp nhất với cảm xúc đó</a:t>
            </a:r>
            <a:endParaRPr lang="en-US" sz="2000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spc="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vi-VN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 chất bài toán: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vi-VN" sz="2000" spc="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tìm kiếm ngữ nghĩa (Semantic Retrieval)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7A5A332-9900-78ED-C75D-1C51C0E7A8AC}"/>
              </a:ext>
            </a:extLst>
          </p:cNvPr>
          <p:cNvSpPr txBox="1"/>
          <p:nvPr/>
        </p:nvSpPr>
        <p:spPr>
          <a:xfrm>
            <a:off x="967738" y="924289"/>
            <a:ext cx="4907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CHI TIẾT ĐỀ TÀI</a:t>
            </a:r>
          </a:p>
        </p:txBody>
      </p:sp>
    </p:spTree>
    <p:extLst>
      <p:ext uri="{BB962C8B-B14F-4D97-AF65-F5344CB8AC3E}">
        <p14:creationId xmlns:p14="http://schemas.microsoft.com/office/powerpoint/2010/main" val="91788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69103-DF48-D2E7-29E1-B69B9DFA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E172F-532D-51BD-DF68-607064A015D4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01. 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ĐỀ TÀI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62321-FDD4-64D3-304A-EF3FB0D1D6D2}"/>
              </a:ext>
            </a:extLst>
          </p:cNvPr>
          <p:cNvSpPr txBox="1"/>
          <p:nvPr/>
        </p:nvSpPr>
        <p:spPr>
          <a:xfrm>
            <a:off x="967736" y="1532506"/>
            <a:ext cx="10388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CÔNG NGHỆ SỬ DỤNG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56CAAE-7EE9-4579-1C76-9AE978DF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88" y="2366681"/>
            <a:ext cx="3049771" cy="2124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5B2AE9-D03D-0BBA-6515-91F333D1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612" y="2366681"/>
            <a:ext cx="2458100" cy="2124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5E49D5-7A8B-3085-9AE1-8A56CEE12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059" y="2366681"/>
            <a:ext cx="4177553" cy="21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2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>
          <a:extLst>
            <a:ext uri="{FF2B5EF4-FFF2-40B4-BE49-F238E27FC236}">
              <a16:creationId xmlns:a16="http://schemas.microsoft.com/office/drawing/2014/main" id="{95D151B8-5967-3BBA-33CE-A8E6DB81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>
            <a:extLst>
              <a:ext uri="{FF2B5EF4-FFF2-40B4-BE49-F238E27FC236}">
                <a16:creationId xmlns:a16="http://schemas.microsoft.com/office/drawing/2014/main" id="{D5847E17-4994-C7DF-A501-B6E4EF7B5DA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158746" y="2990933"/>
            <a:ext cx="7710434" cy="111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4000" b="1" spc="300" dirty="0">
                <a:latin typeface="+mn-lt"/>
              </a:rPr>
              <a:t>DỮ LIỆU</a:t>
            </a:r>
            <a:endParaRPr sz="4000" b="1" spc="300" dirty="0">
              <a:latin typeface="+mn-lt"/>
            </a:endParaRPr>
          </a:p>
        </p:txBody>
      </p:sp>
      <p:sp>
        <p:nvSpPr>
          <p:cNvPr id="690" name="Google Shape;690;p32">
            <a:extLst>
              <a:ext uri="{FF2B5EF4-FFF2-40B4-BE49-F238E27FC236}">
                <a16:creationId xmlns:a16="http://schemas.microsoft.com/office/drawing/2014/main" id="{6CA5A934-D896-7517-DA4D-2FD85325EB8A}"/>
              </a:ext>
            </a:extLst>
          </p:cNvPr>
          <p:cNvSpPr/>
          <p:nvPr/>
        </p:nvSpPr>
        <p:spPr>
          <a:xfrm>
            <a:off x="7710500" y="2491433"/>
            <a:ext cx="1446800" cy="144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sp>
        <p:nvSpPr>
          <p:cNvPr id="691" name="Google Shape;691;p32">
            <a:extLst>
              <a:ext uri="{FF2B5EF4-FFF2-40B4-BE49-F238E27FC236}">
                <a16:creationId xmlns:a16="http://schemas.microsoft.com/office/drawing/2014/main" id="{EE8AED9E-96BB-AFA8-9086-CCB94276A60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10500" y="2829633"/>
            <a:ext cx="1446799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vi-V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dirty="0">
              <a:solidFill>
                <a:schemeClr val="dk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2" name="Google Shape;692;p32">
            <a:extLst>
              <a:ext uri="{FF2B5EF4-FFF2-40B4-BE49-F238E27FC236}">
                <a16:creationId xmlns:a16="http://schemas.microsoft.com/office/drawing/2014/main" id="{DE7552CD-7D24-A6CA-5FC1-B7F2AF4213BF}"/>
              </a:ext>
            </a:extLst>
          </p:cNvPr>
          <p:cNvSpPr/>
          <p:nvPr/>
        </p:nvSpPr>
        <p:spPr>
          <a:xfrm>
            <a:off x="1827302" y="5158668"/>
            <a:ext cx="8373323" cy="139101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sp>
        <p:nvSpPr>
          <p:cNvPr id="693" name="Google Shape;693;p32">
            <a:extLst>
              <a:ext uri="{FF2B5EF4-FFF2-40B4-BE49-F238E27FC236}">
                <a16:creationId xmlns:a16="http://schemas.microsoft.com/office/drawing/2014/main" id="{A5C4733A-9D5C-D8F3-4675-CEF1261B7BBA}"/>
              </a:ext>
            </a:extLst>
          </p:cNvPr>
          <p:cNvSpPr/>
          <p:nvPr/>
        </p:nvSpPr>
        <p:spPr>
          <a:xfrm>
            <a:off x="1826601" y="5158668"/>
            <a:ext cx="6765971" cy="139101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cxnSp>
        <p:nvCxnSpPr>
          <p:cNvPr id="694" name="Google Shape;694;p32">
            <a:extLst>
              <a:ext uri="{FF2B5EF4-FFF2-40B4-BE49-F238E27FC236}">
                <a16:creationId xmlns:a16="http://schemas.microsoft.com/office/drawing/2014/main" id="{9CECA8CE-CAE9-FBED-D209-8740F301AEB6}"/>
              </a:ext>
            </a:extLst>
          </p:cNvPr>
          <p:cNvCxnSpPr>
            <a:cxnSpLocks/>
            <a:stCxn id="690" idx="2"/>
          </p:cNvCxnSpPr>
          <p:nvPr/>
        </p:nvCxnSpPr>
        <p:spPr>
          <a:xfrm>
            <a:off x="8433900" y="3938233"/>
            <a:ext cx="0" cy="130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19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A043-3C64-85BC-96E6-91472A32C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E25313-8F3E-11BA-F2F2-9236E91374B1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2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 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FECC2-5596-5D81-74B0-8056912F2773}"/>
              </a:ext>
            </a:extLst>
          </p:cNvPr>
          <p:cNvSpPr txBox="1"/>
          <p:nvPr/>
        </p:nvSpPr>
        <p:spPr>
          <a:xfrm>
            <a:off x="396240" y="894074"/>
            <a:ext cx="9170548" cy="436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400" spc="200" dirty="0" err="1">
                <a:solidFill>
                  <a:schemeClr val="bg1"/>
                </a:solidFill>
              </a:rPr>
              <a:t>Dữ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liệu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được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lấy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trên</a:t>
            </a:r>
            <a:r>
              <a:rPr lang="en-US" sz="2400" spc="200" dirty="0">
                <a:solidFill>
                  <a:schemeClr val="bg1"/>
                </a:solidFill>
              </a:rPr>
              <a:t> Kaggle </a:t>
            </a:r>
            <a:r>
              <a:rPr lang="vi-VN" sz="2400" spc="200" dirty="0">
                <a:solidFill>
                  <a:schemeClr val="bg1"/>
                </a:solidFill>
              </a:rPr>
              <a:t>được lưu trữ dưới dạng file CSV (playlist</a:t>
            </a:r>
            <a:r>
              <a:rPr lang="en-US" sz="2400" spc="200" dirty="0">
                <a:solidFill>
                  <a:schemeClr val="bg1"/>
                </a:solidFill>
              </a:rPr>
              <a:t>_</a:t>
            </a:r>
            <a:r>
              <a:rPr lang="en-US" sz="2400" spc="200" dirty="0" err="1">
                <a:solidFill>
                  <a:schemeClr val="bg1"/>
                </a:solidFill>
              </a:rPr>
              <a:t>nhac</a:t>
            </a:r>
            <a:r>
              <a:rPr lang="vi-VN" sz="2400" spc="200" dirty="0">
                <a:solidFill>
                  <a:schemeClr val="bg1"/>
                </a:solidFill>
              </a:rPr>
              <a:t>.csv).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2400" spc="200" dirty="0" err="1">
                <a:solidFill>
                  <a:schemeClr val="bg1"/>
                </a:solidFill>
              </a:rPr>
              <a:t>Tổng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số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bài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hát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là</a:t>
            </a:r>
            <a:r>
              <a:rPr lang="en-US" sz="2400" spc="200" dirty="0">
                <a:solidFill>
                  <a:schemeClr val="bg1"/>
                </a:solidFill>
              </a:rPr>
              <a:t> 1000</a:t>
            </a:r>
          </a:p>
          <a:p>
            <a:pPr algn="just">
              <a:lnSpc>
                <a:spcPct val="130000"/>
              </a:lnSpc>
            </a:pPr>
            <a:r>
              <a:rPr lang="en-US" sz="2400" spc="200" dirty="0" err="1">
                <a:solidFill>
                  <a:schemeClr val="bg1"/>
                </a:solidFill>
              </a:rPr>
              <a:t>Cấu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trúc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dữ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liệu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gồm</a:t>
            </a:r>
            <a:r>
              <a:rPr lang="en-US" sz="2400" spc="200" dirty="0">
                <a:solidFill>
                  <a:schemeClr val="bg1"/>
                </a:solidFill>
              </a:rPr>
              <a:t>:</a:t>
            </a:r>
          </a:p>
          <a:p>
            <a:pPr marL="342900" lvl="4" indent="-342900" algn="just">
              <a:lnSpc>
                <a:spcPct val="13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400" spc="200" dirty="0">
                <a:solidFill>
                  <a:schemeClr val="bg1"/>
                </a:solidFill>
              </a:rPr>
              <a:t>id: </a:t>
            </a:r>
            <a:r>
              <a:rPr lang="en-US" sz="2400" spc="200" dirty="0" err="1">
                <a:solidFill>
                  <a:schemeClr val="bg1"/>
                </a:solidFill>
              </a:rPr>
              <a:t>Mã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định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danh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duy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nhất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của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bài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hát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lvl="2" indent="-342900" algn="just">
              <a:lnSpc>
                <a:spcPct val="13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400" spc="200" dirty="0">
                <a:solidFill>
                  <a:schemeClr val="bg1"/>
                </a:solidFill>
              </a:rPr>
              <a:t>title: </a:t>
            </a:r>
            <a:r>
              <a:rPr lang="en-US" sz="2400" spc="200" dirty="0" err="1">
                <a:solidFill>
                  <a:schemeClr val="bg1"/>
                </a:solidFill>
              </a:rPr>
              <a:t>Tên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bài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hát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lvl="2" indent="-342900" algn="just">
              <a:lnSpc>
                <a:spcPct val="13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400" spc="200" dirty="0">
                <a:solidFill>
                  <a:schemeClr val="bg1"/>
                </a:solidFill>
              </a:rPr>
              <a:t>description: </a:t>
            </a:r>
            <a:r>
              <a:rPr lang="en-US" sz="2400" spc="200" dirty="0" err="1">
                <a:solidFill>
                  <a:schemeClr val="bg1"/>
                </a:solidFill>
              </a:rPr>
              <a:t>Mô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tả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cảm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xúc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và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ngữ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cảnh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sử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dụng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của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bài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hát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lvl="2" indent="-342900" algn="just">
              <a:lnSpc>
                <a:spcPct val="13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400" spc="200" dirty="0">
                <a:solidFill>
                  <a:schemeClr val="bg1"/>
                </a:solidFill>
              </a:rPr>
              <a:t>link: </a:t>
            </a:r>
            <a:r>
              <a:rPr lang="vi-VN" sz="2400" spc="200" dirty="0">
                <a:solidFill>
                  <a:schemeClr val="bg1"/>
                </a:solidFill>
              </a:rPr>
              <a:t>Đường dẫn YouTube của bài hát</a:t>
            </a:r>
            <a:endParaRPr lang="en-US" sz="2400" spc="200" dirty="0">
              <a:solidFill>
                <a:schemeClr val="bg1"/>
              </a:solidFill>
            </a:endParaRPr>
          </a:p>
        </p:txBody>
      </p:sp>
      <p:grpSp>
        <p:nvGrpSpPr>
          <p:cNvPr id="5" name="Google Shape;1291;p28">
            <a:extLst>
              <a:ext uri="{FF2B5EF4-FFF2-40B4-BE49-F238E27FC236}">
                <a16:creationId xmlns:a16="http://schemas.microsoft.com/office/drawing/2014/main" id="{9E1C8CB3-1B7D-CAE8-F35D-92AA545FA545}"/>
              </a:ext>
            </a:extLst>
          </p:cNvPr>
          <p:cNvGrpSpPr/>
          <p:nvPr/>
        </p:nvGrpSpPr>
        <p:grpSpPr>
          <a:xfrm>
            <a:off x="9162313" y="1012806"/>
            <a:ext cx="3128011" cy="2519682"/>
            <a:chOff x="1136562" y="1210000"/>
            <a:chExt cx="2955371" cy="2463165"/>
          </a:xfrm>
        </p:grpSpPr>
        <p:sp>
          <p:nvSpPr>
            <p:cNvPr id="6" name="Google Shape;1292;p28">
              <a:extLst>
                <a:ext uri="{FF2B5EF4-FFF2-40B4-BE49-F238E27FC236}">
                  <a16:creationId xmlns:a16="http://schemas.microsoft.com/office/drawing/2014/main" id="{1E59835F-9D0B-27C6-C480-32812E321681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" name="Google Shape;1293;p28">
              <a:extLst>
                <a:ext uri="{FF2B5EF4-FFF2-40B4-BE49-F238E27FC236}">
                  <a16:creationId xmlns:a16="http://schemas.microsoft.com/office/drawing/2014/main" id="{0A85C10A-82FA-A30F-3220-92AB9976A892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" name="Google Shape;1294;p28">
              <a:extLst>
                <a:ext uri="{FF2B5EF4-FFF2-40B4-BE49-F238E27FC236}">
                  <a16:creationId xmlns:a16="http://schemas.microsoft.com/office/drawing/2014/main" id="{5F63C19E-07A1-820B-C5DF-CCFCA67B047A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" name="Google Shape;1295;p28">
              <a:extLst>
                <a:ext uri="{FF2B5EF4-FFF2-40B4-BE49-F238E27FC236}">
                  <a16:creationId xmlns:a16="http://schemas.microsoft.com/office/drawing/2014/main" id="{A6F4538C-7DCB-6D49-6A3B-C08587598C3B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" name="Google Shape;1296;p28">
              <a:extLst>
                <a:ext uri="{FF2B5EF4-FFF2-40B4-BE49-F238E27FC236}">
                  <a16:creationId xmlns:a16="http://schemas.microsoft.com/office/drawing/2014/main" id="{896F5FAF-FD78-3C41-D6F3-7ABDBD7BAF89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" name="Google Shape;1297;p28">
              <a:extLst>
                <a:ext uri="{FF2B5EF4-FFF2-40B4-BE49-F238E27FC236}">
                  <a16:creationId xmlns:a16="http://schemas.microsoft.com/office/drawing/2014/main" id="{BD9102BB-7E6E-61C2-9359-6C47B598B9A4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" name="Google Shape;1298;p28">
              <a:extLst>
                <a:ext uri="{FF2B5EF4-FFF2-40B4-BE49-F238E27FC236}">
                  <a16:creationId xmlns:a16="http://schemas.microsoft.com/office/drawing/2014/main" id="{46083ACC-1FCE-28E3-3248-93C79960571F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" name="Google Shape;1299;p28">
              <a:extLst>
                <a:ext uri="{FF2B5EF4-FFF2-40B4-BE49-F238E27FC236}">
                  <a16:creationId xmlns:a16="http://schemas.microsoft.com/office/drawing/2014/main" id="{45F631D5-DB0E-9147-FD3E-9E7CD45A7969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" name="Google Shape;1300;p28">
              <a:extLst>
                <a:ext uri="{FF2B5EF4-FFF2-40B4-BE49-F238E27FC236}">
                  <a16:creationId xmlns:a16="http://schemas.microsoft.com/office/drawing/2014/main" id="{8255F74B-ACFB-860D-2F7F-973AC75BE414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" name="Google Shape;1301;p28">
              <a:extLst>
                <a:ext uri="{FF2B5EF4-FFF2-40B4-BE49-F238E27FC236}">
                  <a16:creationId xmlns:a16="http://schemas.microsoft.com/office/drawing/2014/main" id="{EFC5A148-1BD9-B0BC-4B65-26E35B13AE5C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" name="Google Shape;1302;p28">
              <a:extLst>
                <a:ext uri="{FF2B5EF4-FFF2-40B4-BE49-F238E27FC236}">
                  <a16:creationId xmlns:a16="http://schemas.microsoft.com/office/drawing/2014/main" id="{11EA6EEE-D55D-53B1-F408-E488A4BE5278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" name="Google Shape;1303;p28">
              <a:extLst>
                <a:ext uri="{FF2B5EF4-FFF2-40B4-BE49-F238E27FC236}">
                  <a16:creationId xmlns:a16="http://schemas.microsoft.com/office/drawing/2014/main" id="{CD21E0E8-FA0D-976F-7318-2406DF820811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" name="Google Shape;1304;p28">
              <a:extLst>
                <a:ext uri="{FF2B5EF4-FFF2-40B4-BE49-F238E27FC236}">
                  <a16:creationId xmlns:a16="http://schemas.microsoft.com/office/drawing/2014/main" id="{8A5EFE96-7116-1223-8498-9754F4620776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" name="Google Shape;1305;p28">
              <a:extLst>
                <a:ext uri="{FF2B5EF4-FFF2-40B4-BE49-F238E27FC236}">
                  <a16:creationId xmlns:a16="http://schemas.microsoft.com/office/drawing/2014/main" id="{7D58DE60-FD59-8C66-B602-DC2B17153A6C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" name="Google Shape;1306;p28">
              <a:extLst>
                <a:ext uri="{FF2B5EF4-FFF2-40B4-BE49-F238E27FC236}">
                  <a16:creationId xmlns:a16="http://schemas.microsoft.com/office/drawing/2014/main" id="{BF0144B8-466B-45B5-3A48-05988CABCE23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1" name="Google Shape;1307;p28">
              <a:extLst>
                <a:ext uri="{FF2B5EF4-FFF2-40B4-BE49-F238E27FC236}">
                  <a16:creationId xmlns:a16="http://schemas.microsoft.com/office/drawing/2014/main" id="{80949E91-F00E-280F-DAC4-73E237F127D0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2" name="Google Shape;1308;p28">
              <a:extLst>
                <a:ext uri="{FF2B5EF4-FFF2-40B4-BE49-F238E27FC236}">
                  <a16:creationId xmlns:a16="http://schemas.microsoft.com/office/drawing/2014/main" id="{5F40C5B9-113C-095B-548B-FCA10E4D86DA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3" name="Google Shape;1309;p28">
              <a:extLst>
                <a:ext uri="{FF2B5EF4-FFF2-40B4-BE49-F238E27FC236}">
                  <a16:creationId xmlns:a16="http://schemas.microsoft.com/office/drawing/2014/main" id="{9499AC76-70C6-DFD9-6021-AFCE3A60C586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4" name="Google Shape;1310;p28">
              <a:extLst>
                <a:ext uri="{FF2B5EF4-FFF2-40B4-BE49-F238E27FC236}">
                  <a16:creationId xmlns:a16="http://schemas.microsoft.com/office/drawing/2014/main" id="{E05F644B-DF80-C30A-9FCD-B5F3429C4E0C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5" name="Google Shape;1311;p28">
              <a:extLst>
                <a:ext uri="{FF2B5EF4-FFF2-40B4-BE49-F238E27FC236}">
                  <a16:creationId xmlns:a16="http://schemas.microsoft.com/office/drawing/2014/main" id="{DB9A900D-078E-FB08-3B6B-99D9ACCB5139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6" name="Google Shape;1312;p28">
              <a:extLst>
                <a:ext uri="{FF2B5EF4-FFF2-40B4-BE49-F238E27FC236}">
                  <a16:creationId xmlns:a16="http://schemas.microsoft.com/office/drawing/2014/main" id="{F29990F3-FA68-9D71-C0D5-FF75CDCAC698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7" name="Google Shape;1313;p28">
              <a:extLst>
                <a:ext uri="{FF2B5EF4-FFF2-40B4-BE49-F238E27FC236}">
                  <a16:creationId xmlns:a16="http://schemas.microsoft.com/office/drawing/2014/main" id="{744AF6C0-60E5-B217-232F-8947A5CE9EB4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8" name="Google Shape;1314;p28">
              <a:extLst>
                <a:ext uri="{FF2B5EF4-FFF2-40B4-BE49-F238E27FC236}">
                  <a16:creationId xmlns:a16="http://schemas.microsoft.com/office/drawing/2014/main" id="{C39810EF-004A-2449-E7FE-BE84CBF3CEEA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9" name="Google Shape;1315;p28">
              <a:extLst>
                <a:ext uri="{FF2B5EF4-FFF2-40B4-BE49-F238E27FC236}">
                  <a16:creationId xmlns:a16="http://schemas.microsoft.com/office/drawing/2014/main" id="{BB7AE36E-DA81-5DC2-E789-E5C7DF563E77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0" name="Google Shape;1316;p28">
              <a:extLst>
                <a:ext uri="{FF2B5EF4-FFF2-40B4-BE49-F238E27FC236}">
                  <a16:creationId xmlns:a16="http://schemas.microsoft.com/office/drawing/2014/main" id="{E06E9957-8BAE-8AF8-89A8-256651637A38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1" name="Google Shape;1317;p28">
              <a:extLst>
                <a:ext uri="{FF2B5EF4-FFF2-40B4-BE49-F238E27FC236}">
                  <a16:creationId xmlns:a16="http://schemas.microsoft.com/office/drawing/2014/main" id="{23C14C3D-8301-9773-6787-B3805329FB18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2" name="Google Shape;1318;p28">
              <a:extLst>
                <a:ext uri="{FF2B5EF4-FFF2-40B4-BE49-F238E27FC236}">
                  <a16:creationId xmlns:a16="http://schemas.microsoft.com/office/drawing/2014/main" id="{BD459711-AE36-4CBF-9D21-2BA5F34B7E90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3" name="Google Shape;1319;p28">
              <a:extLst>
                <a:ext uri="{FF2B5EF4-FFF2-40B4-BE49-F238E27FC236}">
                  <a16:creationId xmlns:a16="http://schemas.microsoft.com/office/drawing/2014/main" id="{EDB07EB8-E3C6-F458-8ACF-6543D65C52C4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4" name="Google Shape;1320;p28">
              <a:extLst>
                <a:ext uri="{FF2B5EF4-FFF2-40B4-BE49-F238E27FC236}">
                  <a16:creationId xmlns:a16="http://schemas.microsoft.com/office/drawing/2014/main" id="{7EA59625-C849-0D0B-96F6-08A6E78D1694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5" name="Google Shape;1321;p28">
              <a:extLst>
                <a:ext uri="{FF2B5EF4-FFF2-40B4-BE49-F238E27FC236}">
                  <a16:creationId xmlns:a16="http://schemas.microsoft.com/office/drawing/2014/main" id="{E292FB48-C4F1-4081-A0B9-9C59E4697DB3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6" name="Google Shape;1322;p28">
              <a:extLst>
                <a:ext uri="{FF2B5EF4-FFF2-40B4-BE49-F238E27FC236}">
                  <a16:creationId xmlns:a16="http://schemas.microsoft.com/office/drawing/2014/main" id="{308387B7-A5A2-FC7B-F2FB-1D9DD953DC32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7" name="Google Shape;1323;p28">
              <a:extLst>
                <a:ext uri="{FF2B5EF4-FFF2-40B4-BE49-F238E27FC236}">
                  <a16:creationId xmlns:a16="http://schemas.microsoft.com/office/drawing/2014/main" id="{F18FF344-D166-766B-DCB8-10180DFCEBB7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8" name="Google Shape;1324;p28">
              <a:extLst>
                <a:ext uri="{FF2B5EF4-FFF2-40B4-BE49-F238E27FC236}">
                  <a16:creationId xmlns:a16="http://schemas.microsoft.com/office/drawing/2014/main" id="{B10BEC3F-77F4-8AAB-DA10-54B000EB0E27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9" name="Google Shape;1325;p28">
              <a:extLst>
                <a:ext uri="{FF2B5EF4-FFF2-40B4-BE49-F238E27FC236}">
                  <a16:creationId xmlns:a16="http://schemas.microsoft.com/office/drawing/2014/main" id="{CB63AB8F-CD32-6E02-3931-29D77FC07995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0" name="Google Shape;1326;p28">
              <a:extLst>
                <a:ext uri="{FF2B5EF4-FFF2-40B4-BE49-F238E27FC236}">
                  <a16:creationId xmlns:a16="http://schemas.microsoft.com/office/drawing/2014/main" id="{8923E566-6C29-266B-10B2-C29547BB1DDA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1" name="Google Shape;1327;p28">
              <a:extLst>
                <a:ext uri="{FF2B5EF4-FFF2-40B4-BE49-F238E27FC236}">
                  <a16:creationId xmlns:a16="http://schemas.microsoft.com/office/drawing/2014/main" id="{24B6A805-2038-B404-819B-1ABA56D7534C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2" name="Google Shape;1328;p28">
              <a:extLst>
                <a:ext uri="{FF2B5EF4-FFF2-40B4-BE49-F238E27FC236}">
                  <a16:creationId xmlns:a16="http://schemas.microsoft.com/office/drawing/2014/main" id="{9A361616-A4AA-D40F-781F-044DC346B706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3" name="Google Shape;1329;p28">
              <a:extLst>
                <a:ext uri="{FF2B5EF4-FFF2-40B4-BE49-F238E27FC236}">
                  <a16:creationId xmlns:a16="http://schemas.microsoft.com/office/drawing/2014/main" id="{AE0132DD-C947-85A5-B6FE-BDC22974BA1F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4" name="Google Shape;1330;p28">
              <a:extLst>
                <a:ext uri="{FF2B5EF4-FFF2-40B4-BE49-F238E27FC236}">
                  <a16:creationId xmlns:a16="http://schemas.microsoft.com/office/drawing/2014/main" id="{D88488BC-A201-CCB7-A7C1-D010452970B4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5" name="Google Shape;1331;p28">
              <a:extLst>
                <a:ext uri="{FF2B5EF4-FFF2-40B4-BE49-F238E27FC236}">
                  <a16:creationId xmlns:a16="http://schemas.microsoft.com/office/drawing/2014/main" id="{41914F67-FD86-5C67-F728-8DD8D73F20B0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6" name="Google Shape;1332;p28">
              <a:extLst>
                <a:ext uri="{FF2B5EF4-FFF2-40B4-BE49-F238E27FC236}">
                  <a16:creationId xmlns:a16="http://schemas.microsoft.com/office/drawing/2014/main" id="{C3756C13-E6D4-3979-8B61-314869173901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7" name="Google Shape;1333;p28">
              <a:extLst>
                <a:ext uri="{FF2B5EF4-FFF2-40B4-BE49-F238E27FC236}">
                  <a16:creationId xmlns:a16="http://schemas.microsoft.com/office/drawing/2014/main" id="{EED44D92-6E9D-F06A-1A43-43EFBD444227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8" name="Google Shape;1334;p28">
              <a:extLst>
                <a:ext uri="{FF2B5EF4-FFF2-40B4-BE49-F238E27FC236}">
                  <a16:creationId xmlns:a16="http://schemas.microsoft.com/office/drawing/2014/main" id="{7A40DF24-050F-DF95-4803-588CBC35617E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9" name="Google Shape;1335;p28">
              <a:extLst>
                <a:ext uri="{FF2B5EF4-FFF2-40B4-BE49-F238E27FC236}">
                  <a16:creationId xmlns:a16="http://schemas.microsoft.com/office/drawing/2014/main" id="{19A2E8D9-4811-13AF-2852-3387B1973D08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0" name="Google Shape;1336;p28">
              <a:extLst>
                <a:ext uri="{FF2B5EF4-FFF2-40B4-BE49-F238E27FC236}">
                  <a16:creationId xmlns:a16="http://schemas.microsoft.com/office/drawing/2014/main" id="{0BC0BB4D-7553-2D13-37CC-5022F47A3E93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1" name="Google Shape;1337;p28">
              <a:extLst>
                <a:ext uri="{FF2B5EF4-FFF2-40B4-BE49-F238E27FC236}">
                  <a16:creationId xmlns:a16="http://schemas.microsoft.com/office/drawing/2014/main" id="{02B21D23-D95C-8A6E-7864-D0DCB4436CF5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2" name="Google Shape;1338;p28">
              <a:extLst>
                <a:ext uri="{FF2B5EF4-FFF2-40B4-BE49-F238E27FC236}">
                  <a16:creationId xmlns:a16="http://schemas.microsoft.com/office/drawing/2014/main" id="{62B3B238-22D3-0F2B-0A90-1A9B4B148CAA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3" name="Google Shape;1339;p28">
              <a:extLst>
                <a:ext uri="{FF2B5EF4-FFF2-40B4-BE49-F238E27FC236}">
                  <a16:creationId xmlns:a16="http://schemas.microsoft.com/office/drawing/2014/main" id="{A9DED93E-E5F1-ECA9-31D9-73A65120DF22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4" name="Google Shape;1340;p28">
              <a:extLst>
                <a:ext uri="{FF2B5EF4-FFF2-40B4-BE49-F238E27FC236}">
                  <a16:creationId xmlns:a16="http://schemas.microsoft.com/office/drawing/2014/main" id="{852B85B3-86F4-806D-12C3-F886B65D5A9F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5" name="Google Shape;1341;p28">
              <a:extLst>
                <a:ext uri="{FF2B5EF4-FFF2-40B4-BE49-F238E27FC236}">
                  <a16:creationId xmlns:a16="http://schemas.microsoft.com/office/drawing/2014/main" id="{DDE049A2-FA3A-7608-3A4B-D6778914CB88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6" name="Google Shape;1342;p28">
              <a:extLst>
                <a:ext uri="{FF2B5EF4-FFF2-40B4-BE49-F238E27FC236}">
                  <a16:creationId xmlns:a16="http://schemas.microsoft.com/office/drawing/2014/main" id="{75A5BE28-8D9E-83D8-C0BE-2D7B50D1E4F3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7" name="Google Shape;1343;p28">
              <a:extLst>
                <a:ext uri="{FF2B5EF4-FFF2-40B4-BE49-F238E27FC236}">
                  <a16:creationId xmlns:a16="http://schemas.microsoft.com/office/drawing/2014/main" id="{46974E66-A780-A620-5B3D-8ABBF9BA318E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8" name="Google Shape;1344;p28">
              <a:extLst>
                <a:ext uri="{FF2B5EF4-FFF2-40B4-BE49-F238E27FC236}">
                  <a16:creationId xmlns:a16="http://schemas.microsoft.com/office/drawing/2014/main" id="{580AE441-36F6-6DA7-CE01-117569938155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9" name="Google Shape;1345;p28">
              <a:extLst>
                <a:ext uri="{FF2B5EF4-FFF2-40B4-BE49-F238E27FC236}">
                  <a16:creationId xmlns:a16="http://schemas.microsoft.com/office/drawing/2014/main" id="{52D3B2E3-93C1-8D25-FC5A-AFC8C173A161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0" name="Google Shape;1346;p28">
              <a:extLst>
                <a:ext uri="{FF2B5EF4-FFF2-40B4-BE49-F238E27FC236}">
                  <a16:creationId xmlns:a16="http://schemas.microsoft.com/office/drawing/2014/main" id="{6E26D6A2-F9C5-629C-FCF8-07A0C8514DE0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1" name="Google Shape;1347;p28">
              <a:extLst>
                <a:ext uri="{FF2B5EF4-FFF2-40B4-BE49-F238E27FC236}">
                  <a16:creationId xmlns:a16="http://schemas.microsoft.com/office/drawing/2014/main" id="{B71183DC-AE95-5A46-6498-16269D4ED901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2" name="Google Shape;1348;p28">
              <a:extLst>
                <a:ext uri="{FF2B5EF4-FFF2-40B4-BE49-F238E27FC236}">
                  <a16:creationId xmlns:a16="http://schemas.microsoft.com/office/drawing/2014/main" id="{C47EAA3C-29E9-F928-CDD1-F0DF6A7EFFA3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3" name="Google Shape;1349;p28">
              <a:extLst>
                <a:ext uri="{FF2B5EF4-FFF2-40B4-BE49-F238E27FC236}">
                  <a16:creationId xmlns:a16="http://schemas.microsoft.com/office/drawing/2014/main" id="{C09824C7-1B5C-783D-8514-95A305A5315F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4" name="Google Shape;1350;p28">
              <a:extLst>
                <a:ext uri="{FF2B5EF4-FFF2-40B4-BE49-F238E27FC236}">
                  <a16:creationId xmlns:a16="http://schemas.microsoft.com/office/drawing/2014/main" id="{7E1A5CE0-09F2-184A-7742-E5403DCEED6C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5" name="Google Shape;1351;p28">
              <a:extLst>
                <a:ext uri="{FF2B5EF4-FFF2-40B4-BE49-F238E27FC236}">
                  <a16:creationId xmlns:a16="http://schemas.microsoft.com/office/drawing/2014/main" id="{D004AEEE-22F7-E193-1376-E750E229A578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6" name="Google Shape;1352;p28">
              <a:extLst>
                <a:ext uri="{FF2B5EF4-FFF2-40B4-BE49-F238E27FC236}">
                  <a16:creationId xmlns:a16="http://schemas.microsoft.com/office/drawing/2014/main" id="{652B5EE3-D60A-FDCF-A4AE-6A70EA580AD6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7" name="Google Shape;1353;p28">
              <a:extLst>
                <a:ext uri="{FF2B5EF4-FFF2-40B4-BE49-F238E27FC236}">
                  <a16:creationId xmlns:a16="http://schemas.microsoft.com/office/drawing/2014/main" id="{10F3A4C9-9FB5-BFAB-E46B-280E71DB80F4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8" name="Google Shape;1354;p28">
              <a:extLst>
                <a:ext uri="{FF2B5EF4-FFF2-40B4-BE49-F238E27FC236}">
                  <a16:creationId xmlns:a16="http://schemas.microsoft.com/office/drawing/2014/main" id="{A906530A-EEF0-8CD3-8ADB-1ECF0C0B293A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9" name="Google Shape;1355;p28">
              <a:extLst>
                <a:ext uri="{FF2B5EF4-FFF2-40B4-BE49-F238E27FC236}">
                  <a16:creationId xmlns:a16="http://schemas.microsoft.com/office/drawing/2014/main" id="{82F75315-5DDD-1C90-F326-974FD921833E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0" name="Google Shape;1356;p28">
              <a:extLst>
                <a:ext uri="{FF2B5EF4-FFF2-40B4-BE49-F238E27FC236}">
                  <a16:creationId xmlns:a16="http://schemas.microsoft.com/office/drawing/2014/main" id="{15D29A37-AEE0-A857-3551-B1980FF6510D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1" name="Google Shape;1357;p28">
              <a:extLst>
                <a:ext uri="{FF2B5EF4-FFF2-40B4-BE49-F238E27FC236}">
                  <a16:creationId xmlns:a16="http://schemas.microsoft.com/office/drawing/2014/main" id="{7DB28BE8-339D-67A3-4AA7-27DB645DAA4F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2" name="Google Shape;1358;p28">
              <a:extLst>
                <a:ext uri="{FF2B5EF4-FFF2-40B4-BE49-F238E27FC236}">
                  <a16:creationId xmlns:a16="http://schemas.microsoft.com/office/drawing/2014/main" id="{9538DAF0-278E-ECB4-190C-8B5FFCF49DBB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3" name="Google Shape;1359;p28">
              <a:extLst>
                <a:ext uri="{FF2B5EF4-FFF2-40B4-BE49-F238E27FC236}">
                  <a16:creationId xmlns:a16="http://schemas.microsoft.com/office/drawing/2014/main" id="{3A5510FA-DE77-6A75-E16E-0EAA70854772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4" name="Google Shape;1360;p28">
              <a:extLst>
                <a:ext uri="{FF2B5EF4-FFF2-40B4-BE49-F238E27FC236}">
                  <a16:creationId xmlns:a16="http://schemas.microsoft.com/office/drawing/2014/main" id="{7F8297B1-C080-2F82-1616-7CC8045CF3CD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5" name="Google Shape;1361;p28">
              <a:extLst>
                <a:ext uri="{FF2B5EF4-FFF2-40B4-BE49-F238E27FC236}">
                  <a16:creationId xmlns:a16="http://schemas.microsoft.com/office/drawing/2014/main" id="{666F1A36-5D1C-7E67-9929-477774692006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6" name="Google Shape;1362;p28">
              <a:extLst>
                <a:ext uri="{FF2B5EF4-FFF2-40B4-BE49-F238E27FC236}">
                  <a16:creationId xmlns:a16="http://schemas.microsoft.com/office/drawing/2014/main" id="{EC2BFEF6-C7D8-79CD-86A8-8C35D2FCFA99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7" name="Google Shape;1363;p28">
              <a:extLst>
                <a:ext uri="{FF2B5EF4-FFF2-40B4-BE49-F238E27FC236}">
                  <a16:creationId xmlns:a16="http://schemas.microsoft.com/office/drawing/2014/main" id="{EB25AEB8-CBD9-1278-935F-95C79E4D14BA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8" name="Google Shape;1364;p28">
              <a:extLst>
                <a:ext uri="{FF2B5EF4-FFF2-40B4-BE49-F238E27FC236}">
                  <a16:creationId xmlns:a16="http://schemas.microsoft.com/office/drawing/2014/main" id="{76BA1B3F-EA26-11BB-377B-BEB9E1B7E9F9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9" name="Google Shape;1365;p28">
              <a:extLst>
                <a:ext uri="{FF2B5EF4-FFF2-40B4-BE49-F238E27FC236}">
                  <a16:creationId xmlns:a16="http://schemas.microsoft.com/office/drawing/2014/main" id="{7606383F-D432-92B2-78AE-62F630ADC152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0" name="Google Shape;1366;p28">
              <a:extLst>
                <a:ext uri="{FF2B5EF4-FFF2-40B4-BE49-F238E27FC236}">
                  <a16:creationId xmlns:a16="http://schemas.microsoft.com/office/drawing/2014/main" id="{76EF5BC5-9347-86F6-B4B3-DAF27DCD61B2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1" name="Google Shape;1367;p28">
              <a:extLst>
                <a:ext uri="{FF2B5EF4-FFF2-40B4-BE49-F238E27FC236}">
                  <a16:creationId xmlns:a16="http://schemas.microsoft.com/office/drawing/2014/main" id="{F67D5493-5770-F488-733D-F3DC10A19D67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2" name="Google Shape;1368;p28">
              <a:extLst>
                <a:ext uri="{FF2B5EF4-FFF2-40B4-BE49-F238E27FC236}">
                  <a16:creationId xmlns:a16="http://schemas.microsoft.com/office/drawing/2014/main" id="{40AA37D1-32C3-A14E-8415-E03BD53DE4D3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3" name="Google Shape;1369;p28">
              <a:extLst>
                <a:ext uri="{FF2B5EF4-FFF2-40B4-BE49-F238E27FC236}">
                  <a16:creationId xmlns:a16="http://schemas.microsoft.com/office/drawing/2014/main" id="{DB0A4241-A7DC-54A4-0801-45C7F4090699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4" name="Google Shape;1370;p28">
              <a:extLst>
                <a:ext uri="{FF2B5EF4-FFF2-40B4-BE49-F238E27FC236}">
                  <a16:creationId xmlns:a16="http://schemas.microsoft.com/office/drawing/2014/main" id="{AAADDC11-0876-FE83-1D08-82A456046CB5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5" name="Google Shape;1371;p28">
              <a:extLst>
                <a:ext uri="{FF2B5EF4-FFF2-40B4-BE49-F238E27FC236}">
                  <a16:creationId xmlns:a16="http://schemas.microsoft.com/office/drawing/2014/main" id="{3AD00D5E-A41B-3408-B650-9B4AE34624F9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6" name="Google Shape;1372;p28">
              <a:extLst>
                <a:ext uri="{FF2B5EF4-FFF2-40B4-BE49-F238E27FC236}">
                  <a16:creationId xmlns:a16="http://schemas.microsoft.com/office/drawing/2014/main" id="{B2C7FF48-D86B-DCB5-D592-A8D3F332A8D9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7" name="Google Shape;1373;p28">
              <a:extLst>
                <a:ext uri="{FF2B5EF4-FFF2-40B4-BE49-F238E27FC236}">
                  <a16:creationId xmlns:a16="http://schemas.microsoft.com/office/drawing/2014/main" id="{5F46BE00-63FB-8DEA-3292-B07F8D499424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8" name="Google Shape;1374;p28">
              <a:extLst>
                <a:ext uri="{FF2B5EF4-FFF2-40B4-BE49-F238E27FC236}">
                  <a16:creationId xmlns:a16="http://schemas.microsoft.com/office/drawing/2014/main" id="{4600E12B-C837-0D62-378D-DD4C0617307C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9" name="Google Shape;1375;p28">
              <a:extLst>
                <a:ext uri="{FF2B5EF4-FFF2-40B4-BE49-F238E27FC236}">
                  <a16:creationId xmlns:a16="http://schemas.microsoft.com/office/drawing/2014/main" id="{0DF13805-91E3-0A9C-3B00-8EF9FCAC1C6C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0" name="Google Shape;1376;p28">
              <a:extLst>
                <a:ext uri="{FF2B5EF4-FFF2-40B4-BE49-F238E27FC236}">
                  <a16:creationId xmlns:a16="http://schemas.microsoft.com/office/drawing/2014/main" id="{07414214-A18E-ED93-2ED4-5991F02E81D4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1" name="Google Shape;1377;p28">
              <a:extLst>
                <a:ext uri="{FF2B5EF4-FFF2-40B4-BE49-F238E27FC236}">
                  <a16:creationId xmlns:a16="http://schemas.microsoft.com/office/drawing/2014/main" id="{217BADDA-D0B1-A10F-87A8-205920703404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2" name="Google Shape;1378;p28">
              <a:extLst>
                <a:ext uri="{FF2B5EF4-FFF2-40B4-BE49-F238E27FC236}">
                  <a16:creationId xmlns:a16="http://schemas.microsoft.com/office/drawing/2014/main" id="{3A0B31E5-310E-F04B-1465-6060C7F60B53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3" name="Google Shape;1379;p28">
              <a:extLst>
                <a:ext uri="{FF2B5EF4-FFF2-40B4-BE49-F238E27FC236}">
                  <a16:creationId xmlns:a16="http://schemas.microsoft.com/office/drawing/2014/main" id="{A74A5E42-0D9F-90F6-6202-E20220C4EBCD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4" name="Google Shape;1380;p28">
              <a:extLst>
                <a:ext uri="{FF2B5EF4-FFF2-40B4-BE49-F238E27FC236}">
                  <a16:creationId xmlns:a16="http://schemas.microsoft.com/office/drawing/2014/main" id="{8B12D016-E2CC-7DD6-F05F-09071E16269A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5" name="Google Shape;1381;p28">
              <a:extLst>
                <a:ext uri="{FF2B5EF4-FFF2-40B4-BE49-F238E27FC236}">
                  <a16:creationId xmlns:a16="http://schemas.microsoft.com/office/drawing/2014/main" id="{4619EDFE-3939-6AA5-2BA9-1CB838034D7F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6" name="Google Shape;1382;p28">
              <a:extLst>
                <a:ext uri="{FF2B5EF4-FFF2-40B4-BE49-F238E27FC236}">
                  <a16:creationId xmlns:a16="http://schemas.microsoft.com/office/drawing/2014/main" id="{B3563780-16F2-272E-170C-82E4A0D4FBEA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7" name="Google Shape;1383;p28">
              <a:extLst>
                <a:ext uri="{FF2B5EF4-FFF2-40B4-BE49-F238E27FC236}">
                  <a16:creationId xmlns:a16="http://schemas.microsoft.com/office/drawing/2014/main" id="{0B7FA9F0-E997-0864-6533-BF746050C7B3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8" name="Google Shape;1384;p28">
              <a:extLst>
                <a:ext uri="{FF2B5EF4-FFF2-40B4-BE49-F238E27FC236}">
                  <a16:creationId xmlns:a16="http://schemas.microsoft.com/office/drawing/2014/main" id="{1405B6D0-386E-AA47-3D5F-817D0795FBBD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9" name="Google Shape;1385;p28">
              <a:extLst>
                <a:ext uri="{FF2B5EF4-FFF2-40B4-BE49-F238E27FC236}">
                  <a16:creationId xmlns:a16="http://schemas.microsoft.com/office/drawing/2014/main" id="{89B44C9D-1381-7FF5-D0C2-893180843D9F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0" name="Google Shape;1386;p28">
              <a:extLst>
                <a:ext uri="{FF2B5EF4-FFF2-40B4-BE49-F238E27FC236}">
                  <a16:creationId xmlns:a16="http://schemas.microsoft.com/office/drawing/2014/main" id="{679F8E63-9551-7440-3549-E360DF2E51CC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1" name="Google Shape;1387;p28">
              <a:extLst>
                <a:ext uri="{FF2B5EF4-FFF2-40B4-BE49-F238E27FC236}">
                  <a16:creationId xmlns:a16="http://schemas.microsoft.com/office/drawing/2014/main" id="{ACAF68E7-E7CB-5B24-6204-B8D7E3A8FCD9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2" name="Google Shape;1388;p28">
              <a:extLst>
                <a:ext uri="{FF2B5EF4-FFF2-40B4-BE49-F238E27FC236}">
                  <a16:creationId xmlns:a16="http://schemas.microsoft.com/office/drawing/2014/main" id="{7561EF80-9585-417A-4BBB-3EAD3F6E0FCA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3" name="Google Shape;1389;p28">
              <a:extLst>
                <a:ext uri="{FF2B5EF4-FFF2-40B4-BE49-F238E27FC236}">
                  <a16:creationId xmlns:a16="http://schemas.microsoft.com/office/drawing/2014/main" id="{8771ED6B-26B7-AB7E-9451-5CC9134A1764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4" name="Google Shape;1390;p28">
              <a:extLst>
                <a:ext uri="{FF2B5EF4-FFF2-40B4-BE49-F238E27FC236}">
                  <a16:creationId xmlns:a16="http://schemas.microsoft.com/office/drawing/2014/main" id="{791A9CCC-C377-9907-C971-8A944402155E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5" name="Google Shape;1391;p28">
              <a:extLst>
                <a:ext uri="{FF2B5EF4-FFF2-40B4-BE49-F238E27FC236}">
                  <a16:creationId xmlns:a16="http://schemas.microsoft.com/office/drawing/2014/main" id="{9F7D8FEC-0E00-9A41-0CE2-801D819CF038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6" name="Google Shape;1392;p28">
              <a:extLst>
                <a:ext uri="{FF2B5EF4-FFF2-40B4-BE49-F238E27FC236}">
                  <a16:creationId xmlns:a16="http://schemas.microsoft.com/office/drawing/2014/main" id="{A7C00B34-B3E1-9AC2-017F-D818A483E249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7" name="Google Shape;1393;p28">
              <a:extLst>
                <a:ext uri="{FF2B5EF4-FFF2-40B4-BE49-F238E27FC236}">
                  <a16:creationId xmlns:a16="http://schemas.microsoft.com/office/drawing/2014/main" id="{759324FE-A25C-AA35-36FB-BFA769290927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8" name="Google Shape;1394;p28">
              <a:extLst>
                <a:ext uri="{FF2B5EF4-FFF2-40B4-BE49-F238E27FC236}">
                  <a16:creationId xmlns:a16="http://schemas.microsoft.com/office/drawing/2014/main" id="{2CFDBE2B-97D7-51A5-4E6F-0F0C9D802A50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9" name="Google Shape;1395;p28">
              <a:extLst>
                <a:ext uri="{FF2B5EF4-FFF2-40B4-BE49-F238E27FC236}">
                  <a16:creationId xmlns:a16="http://schemas.microsoft.com/office/drawing/2014/main" id="{3F38FC76-9D9F-0895-6BAC-041B4BC55986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0" name="Google Shape;1396;p28">
              <a:extLst>
                <a:ext uri="{FF2B5EF4-FFF2-40B4-BE49-F238E27FC236}">
                  <a16:creationId xmlns:a16="http://schemas.microsoft.com/office/drawing/2014/main" id="{5FAF00B9-71A0-B540-B6EB-E620D32FDE6F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1" name="Google Shape;1397;p28">
              <a:extLst>
                <a:ext uri="{FF2B5EF4-FFF2-40B4-BE49-F238E27FC236}">
                  <a16:creationId xmlns:a16="http://schemas.microsoft.com/office/drawing/2014/main" id="{C65CFB08-57F4-99A7-FA7F-433037A0E564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2" name="Google Shape;1398;p28">
              <a:extLst>
                <a:ext uri="{FF2B5EF4-FFF2-40B4-BE49-F238E27FC236}">
                  <a16:creationId xmlns:a16="http://schemas.microsoft.com/office/drawing/2014/main" id="{50271E41-DC51-7B03-1AD2-5F5DF74B6AE6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3" name="Google Shape;1399;p28">
              <a:extLst>
                <a:ext uri="{FF2B5EF4-FFF2-40B4-BE49-F238E27FC236}">
                  <a16:creationId xmlns:a16="http://schemas.microsoft.com/office/drawing/2014/main" id="{90813C42-8B56-1C37-D266-D833CCB93F66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4" name="Google Shape;1400;p28">
              <a:extLst>
                <a:ext uri="{FF2B5EF4-FFF2-40B4-BE49-F238E27FC236}">
                  <a16:creationId xmlns:a16="http://schemas.microsoft.com/office/drawing/2014/main" id="{E38DC5B1-909D-08BB-1D9B-A22178ACD9DB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5" name="Google Shape;1401;p28">
              <a:extLst>
                <a:ext uri="{FF2B5EF4-FFF2-40B4-BE49-F238E27FC236}">
                  <a16:creationId xmlns:a16="http://schemas.microsoft.com/office/drawing/2014/main" id="{B644ACA8-BA69-1353-7176-5D87EAF10722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n-lt"/>
              </a:endParaRPr>
            </a:p>
          </p:txBody>
        </p:sp>
        <p:sp>
          <p:nvSpPr>
            <p:cNvPr id="116" name="Google Shape;1402;p28">
              <a:extLst>
                <a:ext uri="{FF2B5EF4-FFF2-40B4-BE49-F238E27FC236}">
                  <a16:creationId xmlns:a16="http://schemas.microsoft.com/office/drawing/2014/main" id="{E84D1B45-5D95-7D39-E30F-09BB0053C268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7" name="Google Shape;1403;p28">
              <a:extLst>
                <a:ext uri="{FF2B5EF4-FFF2-40B4-BE49-F238E27FC236}">
                  <a16:creationId xmlns:a16="http://schemas.microsoft.com/office/drawing/2014/main" id="{5D35371A-35C1-9379-EF5B-273E61D56DA0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8" name="Google Shape;1404;p28">
              <a:extLst>
                <a:ext uri="{FF2B5EF4-FFF2-40B4-BE49-F238E27FC236}">
                  <a16:creationId xmlns:a16="http://schemas.microsoft.com/office/drawing/2014/main" id="{A62799DD-594E-DAE9-1188-A8D425E3F88E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9" name="Google Shape;1405;p28">
              <a:extLst>
                <a:ext uri="{FF2B5EF4-FFF2-40B4-BE49-F238E27FC236}">
                  <a16:creationId xmlns:a16="http://schemas.microsoft.com/office/drawing/2014/main" id="{FB799916-15DB-39F6-15FC-BBBD5AE1305B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0" name="Google Shape;1406;p28">
              <a:extLst>
                <a:ext uri="{FF2B5EF4-FFF2-40B4-BE49-F238E27FC236}">
                  <a16:creationId xmlns:a16="http://schemas.microsoft.com/office/drawing/2014/main" id="{2FE9FB92-5F9D-9A6C-5E6D-E70DD8C1421C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1" name="Google Shape;1407;p28">
              <a:extLst>
                <a:ext uri="{FF2B5EF4-FFF2-40B4-BE49-F238E27FC236}">
                  <a16:creationId xmlns:a16="http://schemas.microsoft.com/office/drawing/2014/main" id="{8F8768AB-2345-78D1-EB40-7CC17444BB96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2" name="Google Shape;1408;p28">
              <a:extLst>
                <a:ext uri="{FF2B5EF4-FFF2-40B4-BE49-F238E27FC236}">
                  <a16:creationId xmlns:a16="http://schemas.microsoft.com/office/drawing/2014/main" id="{8AF55907-C61C-C074-A53D-A6FB0C7AB9B7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3" name="Google Shape;1409;p28">
              <a:extLst>
                <a:ext uri="{FF2B5EF4-FFF2-40B4-BE49-F238E27FC236}">
                  <a16:creationId xmlns:a16="http://schemas.microsoft.com/office/drawing/2014/main" id="{18BF267F-CE40-8D3A-02CF-F06C0CA6F899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4" name="Google Shape;1410;p28">
              <a:extLst>
                <a:ext uri="{FF2B5EF4-FFF2-40B4-BE49-F238E27FC236}">
                  <a16:creationId xmlns:a16="http://schemas.microsoft.com/office/drawing/2014/main" id="{2F748FA1-B8E1-77D9-DFA6-B6F7A33DFB05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5" name="Google Shape;1411;p28">
              <a:extLst>
                <a:ext uri="{FF2B5EF4-FFF2-40B4-BE49-F238E27FC236}">
                  <a16:creationId xmlns:a16="http://schemas.microsoft.com/office/drawing/2014/main" id="{E06D8884-AC49-6344-61F6-9C996C20E43D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6" name="Google Shape;1412;p28">
              <a:extLst>
                <a:ext uri="{FF2B5EF4-FFF2-40B4-BE49-F238E27FC236}">
                  <a16:creationId xmlns:a16="http://schemas.microsoft.com/office/drawing/2014/main" id="{39AEB944-4DB9-3D25-4E82-C66CC4720F02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7" name="Google Shape;1413;p28">
              <a:extLst>
                <a:ext uri="{FF2B5EF4-FFF2-40B4-BE49-F238E27FC236}">
                  <a16:creationId xmlns:a16="http://schemas.microsoft.com/office/drawing/2014/main" id="{62D9C132-1D26-AE28-9E59-564DB8B09B9D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8" name="Google Shape;1414;p28">
              <a:extLst>
                <a:ext uri="{FF2B5EF4-FFF2-40B4-BE49-F238E27FC236}">
                  <a16:creationId xmlns:a16="http://schemas.microsoft.com/office/drawing/2014/main" id="{543D7ECC-252E-DE31-7C99-E1454F971D88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9" name="Google Shape;1415;p28">
              <a:extLst>
                <a:ext uri="{FF2B5EF4-FFF2-40B4-BE49-F238E27FC236}">
                  <a16:creationId xmlns:a16="http://schemas.microsoft.com/office/drawing/2014/main" id="{19D52B10-8899-768B-F422-011D7644F8BC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0" name="Google Shape;1416;p28">
              <a:extLst>
                <a:ext uri="{FF2B5EF4-FFF2-40B4-BE49-F238E27FC236}">
                  <a16:creationId xmlns:a16="http://schemas.microsoft.com/office/drawing/2014/main" id="{0DF822B2-3025-54F6-2A11-673DF0BC39B1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1" name="Google Shape;1417;p28">
              <a:extLst>
                <a:ext uri="{FF2B5EF4-FFF2-40B4-BE49-F238E27FC236}">
                  <a16:creationId xmlns:a16="http://schemas.microsoft.com/office/drawing/2014/main" id="{0593FB24-4C2B-D62D-057E-5E3A3D66173C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2" name="Google Shape;1418;p28">
              <a:extLst>
                <a:ext uri="{FF2B5EF4-FFF2-40B4-BE49-F238E27FC236}">
                  <a16:creationId xmlns:a16="http://schemas.microsoft.com/office/drawing/2014/main" id="{BDD14744-323D-D23E-2513-501AFF0BC9A7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3" name="Google Shape;1419;p28">
              <a:extLst>
                <a:ext uri="{FF2B5EF4-FFF2-40B4-BE49-F238E27FC236}">
                  <a16:creationId xmlns:a16="http://schemas.microsoft.com/office/drawing/2014/main" id="{F1058200-29E7-8916-C0C0-AB086538D31D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4" name="Google Shape;1420;p28">
              <a:extLst>
                <a:ext uri="{FF2B5EF4-FFF2-40B4-BE49-F238E27FC236}">
                  <a16:creationId xmlns:a16="http://schemas.microsoft.com/office/drawing/2014/main" id="{321DC79E-10B1-043B-CD94-0FE53F05B948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5" name="Google Shape;1421;p28">
              <a:extLst>
                <a:ext uri="{FF2B5EF4-FFF2-40B4-BE49-F238E27FC236}">
                  <a16:creationId xmlns:a16="http://schemas.microsoft.com/office/drawing/2014/main" id="{27EA17D0-EA80-CE59-E343-A270DD10D308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6" name="Google Shape;1422;p28">
              <a:extLst>
                <a:ext uri="{FF2B5EF4-FFF2-40B4-BE49-F238E27FC236}">
                  <a16:creationId xmlns:a16="http://schemas.microsoft.com/office/drawing/2014/main" id="{88BEC4F4-54C1-D571-5AD0-3BEE6793241D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7" name="Google Shape;1423;p28">
              <a:extLst>
                <a:ext uri="{FF2B5EF4-FFF2-40B4-BE49-F238E27FC236}">
                  <a16:creationId xmlns:a16="http://schemas.microsoft.com/office/drawing/2014/main" id="{F8AF38CF-F863-6E12-586C-C021FB89300C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8" name="Google Shape;1424;p28">
              <a:extLst>
                <a:ext uri="{FF2B5EF4-FFF2-40B4-BE49-F238E27FC236}">
                  <a16:creationId xmlns:a16="http://schemas.microsoft.com/office/drawing/2014/main" id="{E438A027-0C5B-78D0-529F-EF1F83E71019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9" name="Google Shape;1425;p28">
              <a:extLst>
                <a:ext uri="{FF2B5EF4-FFF2-40B4-BE49-F238E27FC236}">
                  <a16:creationId xmlns:a16="http://schemas.microsoft.com/office/drawing/2014/main" id="{6147182F-DA6B-1F52-AF68-79CA1646765F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0" name="Google Shape;1426;p28">
              <a:extLst>
                <a:ext uri="{FF2B5EF4-FFF2-40B4-BE49-F238E27FC236}">
                  <a16:creationId xmlns:a16="http://schemas.microsoft.com/office/drawing/2014/main" id="{C8DF6DC0-6836-8CF4-2E89-B1BC1EBFB8F0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1" name="Google Shape;1427;p28">
              <a:extLst>
                <a:ext uri="{FF2B5EF4-FFF2-40B4-BE49-F238E27FC236}">
                  <a16:creationId xmlns:a16="http://schemas.microsoft.com/office/drawing/2014/main" id="{0FDCD35B-0C50-1FDA-C079-244E939FFA99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2" name="Google Shape;1428;p28">
              <a:extLst>
                <a:ext uri="{FF2B5EF4-FFF2-40B4-BE49-F238E27FC236}">
                  <a16:creationId xmlns:a16="http://schemas.microsoft.com/office/drawing/2014/main" id="{79317A37-EF42-0056-038C-39BF11756BBA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3" name="Google Shape;1429;p28">
              <a:extLst>
                <a:ext uri="{FF2B5EF4-FFF2-40B4-BE49-F238E27FC236}">
                  <a16:creationId xmlns:a16="http://schemas.microsoft.com/office/drawing/2014/main" id="{4EF6BACA-4121-56B6-A9F5-E890D658176F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4" name="Google Shape;1430;p28">
              <a:extLst>
                <a:ext uri="{FF2B5EF4-FFF2-40B4-BE49-F238E27FC236}">
                  <a16:creationId xmlns:a16="http://schemas.microsoft.com/office/drawing/2014/main" id="{3E13C055-64E5-76D9-8BB0-2CDFCE9244A8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5" name="Google Shape;1431;p28">
              <a:extLst>
                <a:ext uri="{FF2B5EF4-FFF2-40B4-BE49-F238E27FC236}">
                  <a16:creationId xmlns:a16="http://schemas.microsoft.com/office/drawing/2014/main" id="{533FE077-D584-F0C1-BDA3-548F9A893FE7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6" name="Google Shape;1432;p28">
              <a:extLst>
                <a:ext uri="{FF2B5EF4-FFF2-40B4-BE49-F238E27FC236}">
                  <a16:creationId xmlns:a16="http://schemas.microsoft.com/office/drawing/2014/main" id="{1A1A76E2-2287-BEF8-FBDF-6D17AAEA49E5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7" name="Google Shape;1433;p28">
              <a:extLst>
                <a:ext uri="{FF2B5EF4-FFF2-40B4-BE49-F238E27FC236}">
                  <a16:creationId xmlns:a16="http://schemas.microsoft.com/office/drawing/2014/main" id="{57E5DBA9-C21C-4770-35E0-4361BD4E979A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8" name="Google Shape;1434;p28">
              <a:extLst>
                <a:ext uri="{FF2B5EF4-FFF2-40B4-BE49-F238E27FC236}">
                  <a16:creationId xmlns:a16="http://schemas.microsoft.com/office/drawing/2014/main" id="{06EFC894-9F84-52D2-5482-3FD7E448372A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9" name="Google Shape;1435;p28">
              <a:extLst>
                <a:ext uri="{FF2B5EF4-FFF2-40B4-BE49-F238E27FC236}">
                  <a16:creationId xmlns:a16="http://schemas.microsoft.com/office/drawing/2014/main" id="{8104052B-86F4-F797-9F2C-07D7962D7AE1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0" name="Google Shape;1436;p28">
              <a:extLst>
                <a:ext uri="{FF2B5EF4-FFF2-40B4-BE49-F238E27FC236}">
                  <a16:creationId xmlns:a16="http://schemas.microsoft.com/office/drawing/2014/main" id="{9C713341-99C9-91DF-F6A9-606012074CDD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1" name="Google Shape;1437;p28">
              <a:extLst>
                <a:ext uri="{FF2B5EF4-FFF2-40B4-BE49-F238E27FC236}">
                  <a16:creationId xmlns:a16="http://schemas.microsoft.com/office/drawing/2014/main" id="{610D4840-4B12-7BCB-F292-E9BBEEE8EF13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2" name="Google Shape;1438;p28">
              <a:extLst>
                <a:ext uri="{FF2B5EF4-FFF2-40B4-BE49-F238E27FC236}">
                  <a16:creationId xmlns:a16="http://schemas.microsoft.com/office/drawing/2014/main" id="{F93E0F51-D438-6C1A-D1A6-2D72FCDDB23F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3" name="Google Shape;1439;p28">
              <a:extLst>
                <a:ext uri="{FF2B5EF4-FFF2-40B4-BE49-F238E27FC236}">
                  <a16:creationId xmlns:a16="http://schemas.microsoft.com/office/drawing/2014/main" id="{A82A0CA7-7276-034F-0530-61630B3DE42E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4" name="Google Shape;1440;p28">
              <a:extLst>
                <a:ext uri="{FF2B5EF4-FFF2-40B4-BE49-F238E27FC236}">
                  <a16:creationId xmlns:a16="http://schemas.microsoft.com/office/drawing/2014/main" id="{6CFD899F-31A8-82F1-A5A7-1342C2CD13D2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5" name="Google Shape;1441;p28">
              <a:extLst>
                <a:ext uri="{FF2B5EF4-FFF2-40B4-BE49-F238E27FC236}">
                  <a16:creationId xmlns:a16="http://schemas.microsoft.com/office/drawing/2014/main" id="{1B67B0FB-B113-1E50-C498-93CCD005AABD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6" name="Google Shape;1442;p28">
              <a:extLst>
                <a:ext uri="{FF2B5EF4-FFF2-40B4-BE49-F238E27FC236}">
                  <a16:creationId xmlns:a16="http://schemas.microsoft.com/office/drawing/2014/main" id="{7BD2E1F7-8A84-1F4E-3104-8992140105B0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7" name="Google Shape;1443;p28">
              <a:extLst>
                <a:ext uri="{FF2B5EF4-FFF2-40B4-BE49-F238E27FC236}">
                  <a16:creationId xmlns:a16="http://schemas.microsoft.com/office/drawing/2014/main" id="{FCC2F75F-450C-4DF9-6D8D-265287A8012C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8" name="Google Shape;1444;p28">
              <a:extLst>
                <a:ext uri="{FF2B5EF4-FFF2-40B4-BE49-F238E27FC236}">
                  <a16:creationId xmlns:a16="http://schemas.microsoft.com/office/drawing/2014/main" id="{6D250E79-EE24-527D-1A5C-DD326E314495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9" name="Google Shape;1445;p28">
              <a:extLst>
                <a:ext uri="{FF2B5EF4-FFF2-40B4-BE49-F238E27FC236}">
                  <a16:creationId xmlns:a16="http://schemas.microsoft.com/office/drawing/2014/main" id="{7D8D88C9-60DC-9C6A-5E48-B6569543430B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0" name="Google Shape;1446;p28">
              <a:extLst>
                <a:ext uri="{FF2B5EF4-FFF2-40B4-BE49-F238E27FC236}">
                  <a16:creationId xmlns:a16="http://schemas.microsoft.com/office/drawing/2014/main" id="{A9669B64-7FD4-C0EC-4DA4-2CDAC089E746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1" name="Google Shape;1447;p28">
              <a:extLst>
                <a:ext uri="{FF2B5EF4-FFF2-40B4-BE49-F238E27FC236}">
                  <a16:creationId xmlns:a16="http://schemas.microsoft.com/office/drawing/2014/main" id="{CA7CD043-75F6-F55A-1B41-E2D6AB2D6D3E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2" name="Google Shape;1448;p28">
              <a:extLst>
                <a:ext uri="{FF2B5EF4-FFF2-40B4-BE49-F238E27FC236}">
                  <a16:creationId xmlns:a16="http://schemas.microsoft.com/office/drawing/2014/main" id="{EC1C3ED4-F203-5DF9-F287-E95600101BB4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3" name="Google Shape;1449;p28">
              <a:extLst>
                <a:ext uri="{FF2B5EF4-FFF2-40B4-BE49-F238E27FC236}">
                  <a16:creationId xmlns:a16="http://schemas.microsoft.com/office/drawing/2014/main" id="{450DAB36-A256-20DC-094F-17DA4B68A664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4" name="Google Shape;1450;p28">
              <a:extLst>
                <a:ext uri="{FF2B5EF4-FFF2-40B4-BE49-F238E27FC236}">
                  <a16:creationId xmlns:a16="http://schemas.microsoft.com/office/drawing/2014/main" id="{3118AFF3-DAA3-B958-BBE7-A5E6D6E06CE6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5" name="Google Shape;1451;p28">
              <a:extLst>
                <a:ext uri="{FF2B5EF4-FFF2-40B4-BE49-F238E27FC236}">
                  <a16:creationId xmlns:a16="http://schemas.microsoft.com/office/drawing/2014/main" id="{7E12BB98-D62A-4EAF-92D0-F32025D2AFFF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6" name="Google Shape;1452;p28">
              <a:extLst>
                <a:ext uri="{FF2B5EF4-FFF2-40B4-BE49-F238E27FC236}">
                  <a16:creationId xmlns:a16="http://schemas.microsoft.com/office/drawing/2014/main" id="{C8365B28-3F4D-E46D-C81F-F37C6894A323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7" name="Google Shape;1453;p28">
              <a:extLst>
                <a:ext uri="{FF2B5EF4-FFF2-40B4-BE49-F238E27FC236}">
                  <a16:creationId xmlns:a16="http://schemas.microsoft.com/office/drawing/2014/main" id="{142D4479-4A0A-3A88-A5F5-5BEB257373F0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8" name="Google Shape;1454;p28">
              <a:extLst>
                <a:ext uri="{FF2B5EF4-FFF2-40B4-BE49-F238E27FC236}">
                  <a16:creationId xmlns:a16="http://schemas.microsoft.com/office/drawing/2014/main" id="{E92BE6CA-CDAE-C59F-E18B-43003BFA9FB3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9" name="Google Shape;1455;p28">
              <a:extLst>
                <a:ext uri="{FF2B5EF4-FFF2-40B4-BE49-F238E27FC236}">
                  <a16:creationId xmlns:a16="http://schemas.microsoft.com/office/drawing/2014/main" id="{53FD014F-AA1A-B6B9-205F-7BACBF8E6E88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0" name="Google Shape;1456;p28">
              <a:extLst>
                <a:ext uri="{FF2B5EF4-FFF2-40B4-BE49-F238E27FC236}">
                  <a16:creationId xmlns:a16="http://schemas.microsoft.com/office/drawing/2014/main" id="{AA733D3F-0123-9E20-F98F-E81231C9545F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1" name="Google Shape;1457;p28">
              <a:extLst>
                <a:ext uri="{FF2B5EF4-FFF2-40B4-BE49-F238E27FC236}">
                  <a16:creationId xmlns:a16="http://schemas.microsoft.com/office/drawing/2014/main" id="{1DF3541A-2786-314D-286C-CBFDEB32CBE3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2" name="Google Shape;1458;p28">
              <a:extLst>
                <a:ext uri="{FF2B5EF4-FFF2-40B4-BE49-F238E27FC236}">
                  <a16:creationId xmlns:a16="http://schemas.microsoft.com/office/drawing/2014/main" id="{84B0E639-E735-D752-BAFE-67A5D2AD0044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3" name="Google Shape;1459;p28">
              <a:extLst>
                <a:ext uri="{FF2B5EF4-FFF2-40B4-BE49-F238E27FC236}">
                  <a16:creationId xmlns:a16="http://schemas.microsoft.com/office/drawing/2014/main" id="{EDB4B912-5F92-4066-96E9-533D73CC5D60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4" name="Google Shape;1460;p28">
              <a:extLst>
                <a:ext uri="{FF2B5EF4-FFF2-40B4-BE49-F238E27FC236}">
                  <a16:creationId xmlns:a16="http://schemas.microsoft.com/office/drawing/2014/main" id="{50FDF054-6133-1234-41EE-6E3BDE1E2088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5" name="Google Shape;1461;p28">
              <a:extLst>
                <a:ext uri="{FF2B5EF4-FFF2-40B4-BE49-F238E27FC236}">
                  <a16:creationId xmlns:a16="http://schemas.microsoft.com/office/drawing/2014/main" id="{DE87DFF0-379A-6E30-F474-EE66378F5238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6" name="Google Shape;1462;p28">
              <a:extLst>
                <a:ext uri="{FF2B5EF4-FFF2-40B4-BE49-F238E27FC236}">
                  <a16:creationId xmlns:a16="http://schemas.microsoft.com/office/drawing/2014/main" id="{AEDA5FD0-DF0F-C4F5-EF3C-08EF1F3A4132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7" name="Google Shape;1463;p28">
              <a:extLst>
                <a:ext uri="{FF2B5EF4-FFF2-40B4-BE49-F238E27FC236}">
                  <a16:creationId xmlns:a16="http://schemas.microsoft.com/office/drawing/2014/main" id="{5D36452D-9BF2-B163-0689-AB7BB9F608B8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8" name="Google Shape;1464;p28">
              <a:extLst>
                <a:ext uri="{FF2B5EF4-FFF2-40B4-BE49-F238E27FC236}">
                  <a16:creationId xmlns:a16="http://schemas.microsoft.com/office/drawing/2014/main" id="{C9036AF1-BD24-9FE6-7B86-BF305B8F5792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9" name="Google Shape;1465;p28">
              <a:extLst>
                <a:ext uri="{FF2B5EF4-FFF2-40B4-BE49-F238E27FC236}">
                  <a16:creationId xmlns:a16="http://schemas.microsoft.com/office/drawing/2014/main" id="{1A68FECC-0E6D-B8A3-3C39-ACE52A3118E3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0" name="Google Shape;1466;p28">
              <a:extLst>
                <a:ext uri="{FF2B5EF4-FFF2-40B4-BE49-F238E27FC236}">
                  <a16:creationId xmlns:a16="http://schemas.microsoft.com/office/drawing/2014/main" id="{C72A91FD-B4FB-0BDE-DC20-D3369B152634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1" name="Google Shape;1467;p28">
              <a:extLst>
                <a:ext uri="{FF2B5EF4-FFF2-40B4-BE49-F238E27FC236}">
                  <a16:creationId xmlns:a16="http://schemas.microsoft.com/office/drawing/2014/main" id="{2B67390A-4D5D-451E-061B-299E21EF3A73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2" name="Google Shape;1468;p28">
              <a:extLst>
                <a:ext uri="{FF2B5EF4-FFF2-40B4-BE49-F238E27FC236}">
                  <a16:creationId xmlns:a16="http://schemas.microsoft.com/office/drawing/2014/main" id="{FD56ACA7-1267-BF2F-3F82-4E655ECCA49A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3" name="Google Shape;1469;p28">
              <a:extLst>
                <a:ext uri="{FF2B5EF4-FFF2-40B4-BE49-F238E27FC236}">
                  <a16:creationId xmlns:a16="http://schemas.microsoft.com/office/drawing/2014/main" id="{B57F7DED-E1F2-B65B-B60D-A828F7ADCD7D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4" name="Google Shape;1470;p28">
              <a:extLst>
                <a:ext uri="{FF2B5EF4-FFF2-40B4-BE49-F238E27FC236}">
                  <a16:creationId xmlns:a16="http://schemas.microsoft.com/office/drawing/2014/main" id="{821E4423-6AFC-A689-82DB-69E790FF9516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5" name="Google Shape;1471;p28">
              <a:extLst>
                <a:ext uri="{FF2B5EF4-FFF2-40B4-BE49-F238E27FC236}">
                  <a16:creationId xmlns:a16="http://schemas.microsoft.com/office/drawing/2014/main" id="{F4549096-D9A0-7392-920D-018F5FBF0048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6" name="Google Shape;1472;p28">
              <a:extLst>
                <a:ext uri="{FF2B5EF4-FFF2-40B4-BE49-F238E27FC236}">
                  <a16:creationId xmlns:a16="http://schemas.microsoft.com/office/drawing/2014/main" id="{23CAA818-BF12-B636-E290-37CB26584D11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7" name="Google Shape;1473;p28">
              <a:extLst>
                <a:ext uri="{FF2B5EF4-FFF2-40B4-BE49-F238E27FC236}">
                  <a16:creationId xmlns:a16="http://schemas.microsoft.com/office/drawing/2014/main" id="{8E395762-670E-C904-1C4D-4457EFB212AD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8" name="Google Shape;1474;p28">
              <a:extLst>
                <a:ext uri="{FF2B5EF4-FFF2-40B4-BE49-F238E27FC236}">
                  <a16:creationId xmlns:a16="http://schemas.microsoft.com/office/drawing/2014/main" id="{E454EE95-379B-F4F3-765F-B95E71228F38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9" name="Google Shape;1475;p28">
              <a:extLst>
                <a:ext uri="{FF2B5EF4-FFF2-40B4-BE49-F238E27FC236}">
                  <a16:creationId xmlns:a16="http://schemas.microsoft.com/office/drawing/2014/main" id="{9D7C3A0B-B35C-8C6F-6ED6-AB763B670586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0" name="Google Shape;1476;p28">
              <a:extLst>
                <a:ext uri="{FF2B5EF4-FFF2-40B4-BE49-F238E27FC236}">
                  <a16:creationId xmlns:a16="http://schemas.microsoft.com/office/drawing/2014/main" id="{2E884DFC-EFDD-A3D8-D5C6-4DAC85059242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1" name="Google Shape;1477;p28">
              <a:extLst>
                <a:ext uri="{FF2B5EF4-FFF2-40B4-BE49-F238E27FC236}">
                  <a16:creationId xmlns:a16="http://schemas.microsoft.com/office/drawing/2014/main" id="{7BEA1408-15C1-72B4-BA44-0A682605C8A2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2" name="Google Shape;1478;p28">
              <a:extLst>
                <a:ext uri="{FF2B5EF4-FFF2-40B4-BE49-F238E27FC236}">
                  <a16:creationId xmlns:a16="http://schemas.microsoft.com/office/drawing/2014/main" id="{3F525AA8-A852-3E49-31E4-DE7C58963CB1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3" name="Google Shape;1479;p28">
              <a:extLst>
                <a:ext uri="{FF2B5EF4-FFF2-40B4-BE49-F238E27FC236}">
                  <a16:creationId xmlns:a16="http://schemas.microsoft.com/office/drawing/2014/main" id="{DCE75FDB-A8F8-505B-68BD-740E54325035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4" name="Google Shape;1480;p28">
              <a:extLst>
                <a:ext uri="{FF2B5EF4-FFF2-40B4-BE49-F238E27FC236}">
                  <a16:creationId xmlns:a16="http://schemas.microsoft.com/office/drawing/2014/main" id="{77078A5B-FCD8-61B1-33D3-7C872CCB47F0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5" name="Google Shape;1481;p28">
              <a:extLst>
                <a:ext uri="{FF2B5EF4-FFF2-40B4-BE49-F238E27FC236}">
                  <a16:creationId xmlns:a16="http://schemas.microsoft.com/office/drawing/2014/main" id="{6B3A638C-4B93-7205-0C3F-9A7A409E4C80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6" name="Google Shape;1482;p28">
              <a:extLst>
                <a:ext uri="{FF2B5EF4-FFF2-40B4-BE49-F238E27FC236}">
                  <a16:creationId xmlns:a16="http://schemas.microsoft.com/office/drawing/2014/main" id="{209862F3-BE7D-AD0F-F162-7916A90E84AE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7" name="Google Shape;1483;p28">
              <a:extLst>
                <a:ext uri="{FF2B5EF4-FFF2-40B4-BE49-F238E27FC236}">
                  <a16:creationId xmlns:a16="http://schemas.microsoft.com/office/drawing/2014/main" id="{CA1163A8-6872-603E-E755-128C44C40567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8" name="Google Shape;1484;p28">
              <a:extLst>
                <a:ext uri="{FF2B5EF4-FFF2-40B4-BE49-F238E27FC236}">
                  <a16:creationId xmlns:a16="http://schemas.microsoft.com/office/drawing/2014/main" id="{5E7DEC4D-E77A-0E0A-A13A-4C8A3358D919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9" name="Google Shape;1485;p28">
              <a:extLst>
                <a:ext uri="{FF2B5EF4-FFF2-40B4-BE49-F238E27FC236}">
                  <a16:creationId xmlns:a16="http://schemas.microsoft.com/office/drawing/2014/main" id="{97C62F34-A47D-E5B4-81F9-7D5DCF077F5F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0" name="Google Shape;1486;p28">
              <a:extLst>
                <a:ext uri="{FF2B5EF4-FFF2-40B4-BE49-F238E27FC236}">
                  <a16:creationId xmlns:a16="http://schemas.microsoft.com/office/drawing/2014/main" id="{5E572656-836D-A1AE-10FB-2C4519F0D399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1" name="Google Shape;1487;p28">
              <a:extLst>
                <a:ext uri="{FF2B5EF4-FFF2-40B4-BE49-F238E27FC236}">
                  <a16:creationId xmlns:a16="http://schemas.microsoft.com/office/drawing/2014/main" id="{5E0EEB58-17FC-2669-57E1-57111C726A17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2" name="Google Shape;1488;p28">
              <a:extLst>
                <a:ext uri="{FF2B5EF4-FFF2-40B4-BE49-F238E27FC236}">
                  <a16:creationId xmlns:a16="http://schemas.microsoft.com/office/drawing/2014/main" id="{9D65E19D-EA0D-EC63-4B59-9CE00653CDB8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3" name="Google Shape;1489;p28">
              <a:extLst>
                <a:ext uri="{FF2B5EF4-FFF2-40B4-BE49-F238E27FC236}">
                  <a16:creationId xmlns:a16="http://schemas.microsoft.com/office/drawing/2014/main" id="{D3DA4906-6AFB-96CF-24B3-CB4D13FF7B98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4" name="Google Shape;1490;p28">
              <a:extLst>
                <a:ext uri="{FF2B5EF4-FFF2-40B4-BE49-F238E27FC236}">
                  <a16:creationId xmlns:a16="http://schemas.microsoft.com/office/drawing/2014/main" id="{C0F05DC3-0BBC-BD38-8E3C-8E87123E8008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5" name="Google Shape;1491;p28">
              <a:extLst>
                <a:ext uri="{FF2B5EF4-FFF2-40B4-BE49-F238E27FC236}">
                  <a16:creationId xmlns:a16="http://schemas.microsoft.com/office/drawing/2014/main" id="{A50A7A38-64FB-3B43-38F3-1F6ADDADFB6E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6" name="Google Shape;1492;p28">
              <a:extLst>
                <a:ext uri="{FF2B5EF4-FFF2-40B4-BE49-F238E27FC236}">
                  <a16:creationId xmlns:a16="http://schemas.microsoft.com/office/drawing/2014/main" id="{040A7FA9-0847-DC39-DECD-D542FE9B37E5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7" name="Google Shape;1493;p28">
              <a:extLst>
                <a:ext uri="{FF2B5EF4-FFF2-40B4-BE49-F238E27FC236}">
                  <a16:creationId xmlns:a16="http://schemas.microsoft.com/office/drawing/2014/main" id="{1C3D029E-2E0D-32A0-2361-20F31C904C05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8" name="Google Shape;1494;p28">
              <a:extLst>
                <a:ext uri="{FF2B5EF4-FFF2-40B4-BE49-F238E27FC236}">
                  <a16:creationId xmlns:a16="http://schemas.microsoft.com/office/drawing/2014/main" id="{0E25F874-78C3-6799-7CBA-CD0262247EF2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775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67D4-E7F3-F996-7457-952B7939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1CDC02-36B8-50DA-8174-0C1BAF729620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2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 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2DF5B-DFC2-FE5B-EA91-8DF3FD2ADF51}"/>
              </a:ext>
            </a:extLst>
          </p:cNvPr>
          <p:cNvSpPr txBox="1"/>
          <p:nvPr/>
        </p:nvSpPr>
        <p:spPr>
          <a:xfrm>
            <a:off x="396240" y="894074"/>
            <a:ext cx="9170548" cy="52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400" b="1" spc="200" dirty="0" err="1">
                <a:solidFill>
                  <a:schemeClr val="bg1"/>
                </a:solidFill>
              </a:rPr>
              <a:t>Tổng</a:t>
            </a:r>
            <a:r>
              <a:rPr lang="en-US" sz="2400" b="1" spc="200" dirty="0">
                <a:solidFill>
                  <a:schemeClr val="bg1"/>
                </a:solidFill>
              </a:rPr>
              <a:t> </a:t>
            </a:r>
            <a:r>
              <a:rPr lang="en-US" sz="2400" b="1" spc="200" dirty="0" err="1">
                <a:solidFill>
                  <a:schemeClr val="bg1"/>
                </a:solidFill>
              </a:rPr>
              <a:t>quan</a:t>
            </a:r>
            <a:r>
              <a:rPr lang="en-US" sz="2400" b="1" spc="200" dirty="0">
                <a:solidFill>
                  <a:schemeClr val="bg1"/>
                </a:solidFill>
              </a:rPr>
              <a:t> </a:t>
            </a:r>
            <a:r>
              <a:rPr lang="en-US" sz="2400" b="1" spc="200" dirty="0" err="1">
                <a:solidFill>
                  <a:schemeClr val="bg1"/>
                </a:solidFill>
              </a:rPr>
              <a:t>dữ</a:t>
            </a:r>
            <a:r>
              <a:rPr lang="en-US" sz="2400" b="1" spc="200" dirty="0">
                <a:solidFill>
                  <a:schemeClr val="bg1"/>
                </a:solidFill>
              </a:rPr>
              <a:t> </a:t>
            </a:r>
            <a:r>
              <a:rPr lang="en-US" sz="2400" b="1" spc="200" dirty="0" err="1">
                <a:solidFill>
                  <a:schemeClr val="bg1"/>
                </a:solidFill>
              </a:rPr>
              <a:t>liệu</a:t>
            </a:r>
            <a:endParaRPr lang="en-US" sz="2400" b="1" spc="200" dirty="0">
              <a:solidFill>
                <a:schemeClr val="bg1"/>
              </a:solidFill>
            </a:endParaRPr>
          </a:p>
        </p:txBody>
      </p:sp>
      <p:pic>
        <p:nvPicPr>
          <p:cNvPr id="211" name="Picture 210">
            <a:extLst>
              <a:ext uri="{FF2B5EF4-FFF2-40B4-BE49-F238E27FC236}">
                <a16:creationId xmlns:a16="http://schemas.microsoft.com/office/drawing/2014/main" id="{6B832739-E8CE-2B02-FC16-739A90DD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86" y="1557561"/>
            <a:ext cx="9080901" cy="40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22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>
          <a:extLst>
            <a:ext uri="{FF2B5EF4-FFF2-40B4-BE49-F238E27FC236}">
              <a16:creationId xmlns:a16="http://schemas.microsoft.com/office/drawing/2014/main" id="{0DD784D7-D8EC-2947-05C1-B8D3C6E3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>
            <a:extLst>
              <a:ext uri="{FF2B5EF4-FFF2-40B4-BE49-F238E27FC236}">
                <a16:creationId xmlns:a16="http://schemas.microsoft.com/office/drawing/2014/main" id="{0E1228C1-0478-B0E3-C034-DCC891DC0ED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4795" y="2990933"/>
            <a:ext cx="7710434" cy="111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4000" b="1" dirty="0">
                <a:latin typeface="+mn-lt"/>
              </a:rPr>
              <a:t>QUY TRÌNH THỰC HIỆN</a:t>
            </a:r>
            <a:endParaRPr sz="4000" b="1" dirty="0">
              <a:latin typeface="+mn-lt"/>
            </a:endParaRPr>
          </a:p>
        </p:txBody>
      </p:sp>
      <p:sp>
        <p:nvSpPr>
          <p:cNvPr id="690" name="Google Shape;690;p32">
            <a:extLst>
              <a:ext uri="{FF2B5EF4-FFF2-40B4-BE49-F238E27FC236}">
                <a16:creationId xmlns:a16="http://schemas.microsoft.com/office/drawing/2014/main" id="{205ACF4B-7A75-CA07-7004-56806BD29848}"/>
              </a:ext>
            </a:extLst>
          </p:cNvPr>
          <p:cNvSpPr/>
          <p:nvPr/>
        </p:nvSpPr>
        <p:spPr>
          <a:xfrm>
            <a:off x="7710500" y="2491433"/>
            <a:ext cx="1446800" cy="1446800"/>
          </a:xfrm>
          <a:prstGeom prst="rect">
            <a:avLst/>
          </a:prstGeom>
          <a:solidFill>
            <a:srgbClr val="F6497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 dirty="0">
              <a:latin typeface="+mj-lt"/>
            </a:endParaRPr>
          </a:p>
        </p:txBody>
      </p:sp>
      <p:sp>
        <p:nvSpPr>
          <p:cNvPr id="691" name="Google Shape;691;p32">
            <a:extLst>
              <a:ext uri="{FF2B5EF4-FFF2-40B4-BE49-F238E27FC236}">
                <a16:creationId xmlns:a16="http://schemas.microsoft.com/office/drawing/2014/main" id="{04D7EA59-B7C5-F51F-39AA-C1AF77185E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10500" y="2829633"/>
            <a:ext cx="1446800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vi-VN" dirty="0">
                <a:solidFill>
                  <a:schemeClr val="dk2"/>
                </a:solidFill>
                <a:latin typeface="+mn-lt"/>
              </a:rPr>
              <a:t>03</a:t>
            </a:r>
            <a:endParaRPr dirty="0">
              <a:solidFill>
                <a:schemeClr val="dk2"/>
              </a:solidFill>
              <a:latin typeface="+mn-lt"/>
            </a:endParaRPr>
          </a:p>
        </p:txBody>
      </p:sp>
      <p:sp>
        <p:nvSpPr>
          <p:cNvPr id="692" name="Google Shape;692;p32">
            <a:extLst>
              <a:ext uri="{FF2B5EF4-FFF2-40B4-BE49-F238E27FC236}">
                <a16:creationId xmlns:a16="http://schemas.microsoft.com/office/drawing/2014/main" id="{0ED95B76-93E4-AB41-289A-38C40D2193CF}"/>
              </a:ext>
            </a:extLst>
          </p:cNvPr>
          <p:cNvSpPr/>
          <p:nvPr/>
        </p:nvSpPr>
        <p:spPr>
          <a:xfrm>
            <a:off x="1827302" y="5158668"/>
            <a:ext cx="8373323" cy="139101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 dirty="0"/>
          </a:p>
        </p:txBody>
      </p:sp>
      <p:sp>
        <p:nvSpPr>
          <p:cNvPr id="693" name="Google Shape;693;p32">
            <a:extLst>
              <a:ext uri="{FF2B5EF4-FFF2-40B4-BE49-F238E27FC236}">
                <a16:creationId xmlns:a16="http://schemas.microsoft.com/office/drawing/2014/main" id="{3E5F766B-ACFB-3B3E-BC70-B48D281FFEEE}"/>
              </a:ext>
            </a:extLst>
          </p:cNvPr>
          <p:cNvSpPr/>
          <p:nvPr/>
        </p:nvSpPr>
        <p:spPr>
          <a:xfrm>
            <a:off x="1826601" y="5158668"/>
            <a:ext cx="6765971" cy="139101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rgbClr val="F6497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cxnSp>
        <p:nvCxnSpPr>
          <p:cNvPr id="694" name="Google Shape;694;p32">
            <a:extLst>
              <a:ext uri="{FF2B5EF4-FFF2-40B4-BE49-F238E27FC236}">
                <a16:creationId xmlns:a16="http://schemas.microsoft.com/office/drawing/2014/main" id="{C6C1F7C6-ADCF-740B-FA5A-714C9729EA7A}"/>
              </a:ext>
            </a:extLst>
          </p:cNvPr>
          <p:cNvCxnSpPr>
            <a:cxnSpLocks/>
            <a:stCxn id="690" idx="2"/>
          </p:cNvCxnSpPr>
          <p:nvPr/>
        </p:nvCxnSpPr>
        <p:spPr>
          <a:xfrm>
            <a:off x="8433900" y="3938233"/>
            <a:ext cx="0" cy="1304000"/>
          </a:xfrm>
          <a:prstGeom prst="straightConnector1">
            <a:avLst/>
          </a:prstGeom>
          <a:ln>
            <a:solidFill>
              <a:srgbClr val="F6497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42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AE7B-D742-339F-F52C-0DEA615A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A0979-6224-9780-D43E-6135DC1B980F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3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 QUY TRÌNH THỰC HIỆN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C155B-E5B9-7B8A-A039-71897EE41A0B}"/>
              </a:ext>
            </a:extLst>
          </p:cNvPr>
          <p:cNvSpPr txBox="1"/>
          <p:nvPr/>
        </p:nvSpPr>
        <p:spPr>
          <a:xfrm>
            <a:off x="396240" y="894074"/>
            <a:ext cx="848106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spc="200" dirty="0">
                <a:solidFill>
                  <a:schemeClr val="bg1"/>
                </a:solidFill>
              </a:rPr>
              <a:t>Ứng dụng được thiết kế theo mô hình RAG (Retrieval-Augmented Generation)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/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vi-VN" sz="2400" spc="200" dirty="0">
                <a:solidFill>
                  <a:schemeClr val="bg1"/>
                </a:solidFill>
              </a:rPr>
              <a:t>RAG là mô hình kết hợp giữa: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Truy xuất thông tin (Retrieval)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Tạo sinh nội dung (Generation)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/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vi-VN" sz="2400" spc="200" dirty="0">
                <a:solidFill>
                  <a:schemeClr val="bg1"/>
                </a:solidFill>
              </a:rPr>
              <a:t>Ứng dụng trong Music Mood AI: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Truy xuất bài hát phù hợp theo cảm xúc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Tăng cường ngữ cảnh cho AI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Sinh lời dẫn DJ cá nhân hóa</a:t>
            </a:r>
            <a:endParaRPr lang="en-US" sz="2400" spc="200" dirty="0">
              <a:solidFill>
                <a:schemeClr val="bg1"/>
              </a:solidFill>
            </a:endParaRPr>
          </a:p>
        </p:txBody>
      </p:sp>
      <p:grpSp>
        <p:nvGrpSpPr>
          <p:cNvPr id="5" name="Google Shape;1291;p28">
            <a:extLst>
              <a:ext uri="{FF2B5EF4-FFF2-40B4-BE49-F238E27FC236}">
                <a16:creationId xmlns:a16="http://schemas.microsoft.com/office/drawing/2014/main" id="{FCA984B7-3421-8648-0DC7-48539FA06030}"/>
              </a:ext>
            </a:extLst>
          </p:cNvPr>
          <p:cNvGrpSpPr/>
          <p:nvPr/>
        </p:nvGrpSpPr>
        <p:grpSpPr>
          <a:xfrm>
            <a:off x="9063990" y="737503"/>
            <a:ext cx="3128010" cy="2519682"/>
            <a:chOff x="1136562" y="1210000"/>
            <a:chExt cx="2955370" cy="2463165"/>
          </a:xfrm>
        </p:grpSpPr>
        <p:sp>
          <p:nvSpPr>
            <p:cNvPr id="6" name="Google Shape;1292;p28">
              <a:extLst>
                <a:ext uri="{FF2B5EF4-FFF2-40B4-BE49-F238E27FC236}">
                  <a16:creationId xmlns:a16="http://schemas.microsoft.com/office/drawing/2014/main" id="{0A26F819-EA37-CFF1-FDD9-184C00FFD083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" name="Google Shape;1293;p28">
              <a:extLst>
                <a:ext uri="{FF2B5EF4-FFF2-40B4-BE49-F238E27FC236}">
                  <a16:creationId xmlns:a16="http://schemas.microsoft.com/office/drawing/2014/main" id="{C6475F20-D646-DE86-AE43-B6F7518B3C44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" name="Google Shape;1294;p28">
              <a:extLst>
                <a:ext uri="{FF2B5EF4-FFF2-40B4-BE49-F238E27FC236}">
                  <a16:creationId xmlns:a16="http://schemas.microsoft.com/office/drawing/2014/main" id="{F031DD48-29B0-297F-8CDB-83C9133D4F39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" name="Google Shape;1295;p28">
              <a:extLst>
                <a:ext uri="{FF2B5EF4-FFF2-40B4-BE49-F238E27FC236}">
                  <a16:creationId xmlns:a16="http://schemas.microsoft.com/office/drawing/2014/main" id="{FBE674B9-8974-1B16-B86E-7E2E13CB28D8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" name="Google Shape;1296;p28">
              <a:extLst>
                <a:ext uri="{FF2B5EF4-FFF2-40B4-BE49-F238E27FC236}">
                  <a16:creationId xmlns:a16="http://schemas.microsoft.com/office/drawing/2014/main" id="{103DF894-0B83-0425-1410-8ACB0AEC6F6B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" name="Google Shape;1297;p28">
              <a:extLst>
                <a:ext uri="{FF2B5EF4-FFF2-40B4-BE49-F238E27FC236}">
                  <a16:creationId xmlns:a16="http://schemas.microsoft.com/office/drawing/2014/main" id="{DF940C55-8130-9F57-CD08-90C721982DBA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" name="Google Shape;1298;p28">
              <a:extLst>
                <a:ext uri="{FF2B5EF4-FFF2-40B4-BE49-F238E27FC236}">
                  <a16:creationId xmlns:a16="http://schemas.microsoft.com/office/drawing/2014/main" id="{7163C6EA-51AC-AB7D-8B83-5343D07A2C29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" name="Google Shape;1299;p28">
              <a:extLst>
                <a:ext uri="{FF2B5EF4-FFF2-40B4-BE49-F238E27FC236}">
                  <a16:creationId xmlns:a16="http://schemas.microsoft.com/office/drawing/2014/main" id="{E9EFE320-6A1D-38F3-EFFC-8E4642594A75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" name="Google Shape;1300;p28">
              <a:extLst>
                <a:ext uri="{FF2B5EF4-FFF2-40B4-BE49-F238E27FC236}">
                  <a16:creationId xmlns:a16="http://schemas.microsoft.com/office/drawing/2014/main" id="{7A7D56D5-20FB-01E2-DB98-2F63065C81F2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" name="Google Shape;1301;p28">
              <a:extLst>
                <a:ext uri="{FF2B5EF4-FFF2-40B4-BE49-F238E27FC236}">
                  <a16:creationId xmlns:a16="http://schemas.microsoft.com/office/drawing/2014/main" id="{94EDE924-014C-F940-3242-6F1872303B06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" name="Google Shape;1302;p28">
              <a:extLst>
                <a:ext uri="{FF2B5EF4-FFF2-40B4-BE49-F238E27FC236}">
                  <a16:creationId xmlns:a16="http://schemas.microsoft.com/office/drawing/2014/main" id="{73D08156-CC4D-FA7B-243D-D7BA5EA3CDF3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" name="Google Shape;1303;p28">
              <a:extLst>
                <a:ext uri="{FF2B5EF4-FFF2-40B4-BE49-F238E27FC236}">
                  <a16:creationId xmlns:a16="http://schemas.microsoft.com/office/drawing/2014/main" id="{3519BE5D-2265-C4FD-9CA0-7CAEF7CE1217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" name="Google Shape;1304;p28">
              <a:extLst>
                <a:ext uri="{FF2B5EF4-FFF2-40B4-BE49-F238E27FC236}">
                  <a16:creationId xmlns:a16="http://schemas.microsoft.com/office/drawing/2014/main" id="{8D6478EB-DABD-D828-F73C-F35BAD822DCA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" name="Google Shape;1305;p28">
              <a:extLst>
                <a:ext uri="{FF2B5EF4-FFF2-40B4-BE49-F238E27FC236}">
                  <a16:creationId xmlns:a16="http://schemas.microsoft.com/office/drawing/2014/main" id="{784129F1-0919-B8D6-5C88-9EF0B0781DDD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" name="Google Shape;1306;p28">
              <a:extLst>
                <a:ext uri="{FF2B5EF4-FFF2-40B4-BE49-F238E27FC236}">
                  <a16:creationId xmlns:a16="http://schemas.microsoft.com/office/drawing/2014/main" id="{A58BDF3D-C3D0-7458-CEC3-1F954A100B21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1" name="Google Shape;1307;p28">
              <a:extLst>
                <a:ext uri="{FF2B5EF4-FFF2-40B4-BE49-F238E27FC236}">
                  <a16:creationId xmlns:a16="http://schemas.microsoft.com/office/drawing/2014/main" id="{692937AD-6589-5BEC-4B17-E57410EAC3CA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2" name="Google Shape;1308;p28">
              <a:extLst>
                <a:ext uri="{FF2B5EF4-FFF2-40B4-BE49-F238E27FC236}">
                  <a16:creationId xmlns:a16="http://schemas.microsoft.com/office/drawing/2014/main" id="{5282D48E-7AAF-B488-0BEB-BECC61B4DB68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3" name="Google Shape;1309;p28">
              <a:extLst>
                <a:ext uri="{FF2B5EF4-FFF2-40B4-BE49-F238E27FC236}">
                  <a16:creationId xmlns:a16="http://schemas.microsoft.com/office/drawing/2014/main" id="{E4D9C6B2-B3B3-005E-4FF1-2444A3734A56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4" name="Google Shape;1310;p28">
              <a:extLst>
                <a:ext uri="{FF2B5EF4-FFF2-40B4-BE49-F238E27FC236}">
                  <a16:creationId xmlns:a16="http://schemas.microsoft.com/office/drawing/2014/main" id="{A97ADB66-1F0D-B933-5888-6E98E464E944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5" name="Google Shape;1311;p28">
              <a:extLst>
                <a:ext uri="{FF2B5EF4-FFF2-40B4-BE49-F238E27FC236}">
                  <a16:creationId xmlns:a16="http://schemas.microsoft.com/office/drawing/2014/main" id="{DA70B79F-A359-B63C-90C0-9152609DC577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6" name="Google Shape;1312;p28">
              <a:extLst>
                <a:ext uri="{FF2B5EF4-FFF2-40B4-BE49-F238E27FC236}">
                  <a16:creationId xmlns:a16="http://schemas.microsoft.com/office/drawing/2014/main" id="{861BAE52-B2C3-93DC-A799-ECC19AE21607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7" name="Google Shape;1313;p28">
              <a:extLst>
                <a:ext uri="{FF2B5EF4-FFF2-40B4-BE49-F238E27FC236}">
                  <a16:creationId xmlns:a16="http://schemas.microsoft.com/office/drawing/2014/main" id="{22A1392C-6A94-E210-0A6D-13A9C9ED70CE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8" name="Google Shape;1314;p28">
              <a:extLst>
                <a:ext uri="{FF2B5EF4-FFF2-40B4-BE49-F238E27FC236}">
                  <a16:creationId xmlns:a16="http://schemas.microsoft.com/office/drawing/2014/main" id="{8BE31346-9E34-658A-C2A6-EA23EBC6E431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9" name="Google Shape;1315;p28">
              <a:extLst>
                <a:ext uri="{FF2B5EF4-FFF2-40B4-BE49-F238E27FC236}">
                  <a16:creationId xmlns:a16="http://schemas.microsoft.com/office/drawing/2014/main" id="{0661C61E-86E7-87B9-36BC-4EE6DF6B757A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0" name="Google Shape;1316;p28">
              <a:extLst>
                <a:ext uri="{FF2B5EF4-FFF2-40B4-BE49-F238E27FC236}">
                  <a16:creationId xmlns:a16="http://schemas.microsoft.com/office/drawing/2014/main" id="{EB23BA3A-37FB-8485-F08E-B6F897A4B7F3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1" name="Google Shape;1317;p28">
              <a:extLst>
                <a:ext uri="{FF2B5EF4-FFF2-40B4-BE49-F238E27FC236}">
                  <a16:creationId xmlns:a16="http://schemas.microsoft.com/office/drawing/2014/main" id="{B3A02CD2-252E-9A21-2808-D13065338E03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2" name="Google Shape;1318;p28">
              <a:extLst>
                <a:ext uri="{FF2B5EF4-FFF2-40B4-BE49-F238E27FC236}">
                  <a16:creationId xmlns:a16="http://schemas.microsoft.com/office/drawing/2014/main" id="{527AC468-F996-12FE-A007-A9E79CB98CD2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3" name="Google Shape;1319;p28">
              <a:extLst>
                <a:ext uri="{FF2B5EF4-FFF2-40B4-BE49-F238E27FC236}">
                  <a16:creationId xmlns:a16="http://schemas.microsoft.com/office/drawing/2014/main" id="{45919298-97BD-792F-6F55-157C30DFCB7D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4" name="Google Shape;1320;p28">
              <a:extLst>
                <a:ext uri="{FF2B5EF4-FFF2-40B4-BE49-F238E27FC236}">
                  <a16:creationId xmlns:a16="http://schemas.microsoft.com/office/drawing/2014/main" id="{79DAA217-839C-3FE0-3B1C-D2EF094CE579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5" name="Google Shape;1321;p28">
              <a:extLst>
                <a:ext uri="{FF2B5EF4-FFF2-40B4-BE49-F238E27FC236}">
                  <a16:creationId xmlns:a16="http://schemas.microsoft.com/office/drawing/2014/main" id="{C14C3FB7-B923-A596-642F-0468D8368CEE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6" name="Google Shape;1322;p28">
              <a:extLst>
                <a:ext uri="{FF2B5EF4-FFF2-40B4-BE49-F238E27FC236}">
                  <a16:creationId xmlns:a16="http://schemas.microsoft.com/office/drawing/2014/main" id="{93855C35-8C6F-5884-D99F-3958BEBE01EC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7" name="Google Shape;1323;p28">
              <a:extLst>
                <a:ext uri="{FF2B5EF4-FFF2-40B4-BE49-F238E27FC236}">
                  <a16:creationId xmlns:a16="http://schemas.microsoft.com/office/drawing/2014/main" id="{32B68718-22E6-97EE-CDF8-1340F9F3D0CE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8" name="Google Shape;1324;p28">
              <a:extLst>
                <a:ext uri="{FF2B5EF4-FFF2-40B4-BE49-F238E27FC236}">
                  <a16:creationId xmlns:a16="http://schemas.microsoft.com/office/drawing/2014/main" id="{84DBB94C-9E60-B156-5FA9-5641CB64A997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39" name="Google Shape;1325;p28">
              <a:extLst>
                <a:ext uri="{FF2B5EF4-FFF2-40B4-BE49-F238E27FC236}">
                  <a16:creationId xmlns:a16="http://schemas.microsoft.com/office/drawing/2014/main" id="{B22D5FE3-9DAC-2B4B-DB72-A478B7D271FC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0" name="Google Shape;1326;p28">
              <a:extLst>
                <a:ext uri="{FF2B5EF4-FFF2-40B4-BE49-F238E27FC236}">
                  <a16:creationId xmlns:a16="http://schemas.microsoft.com/office/drawing/2014/main" id="{91C5268C-44D7-B4A9-AF8F-81157A6033EF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1" name="Google Shape;1327;p28">
              <a:extLst>
                <a:ext uri="{FF2B5EF4-FFF2-40B4-BE49-F238E27FC236}">
                  <a16:creationId xmlns:a16="http://schemas.microsoft.com/office/drawing/2014/main" id="{87035406-6811-6E99-5AF1-8F614C23D8B0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2" name="Google Shape;1328;p28">
              <a:extLst>
                <a:ext uri="{FF2B5EF4-FFF2-40B4-BE49-F238E27FC236}">
                  <a16:creationId xmlns:a16="http://schemas.microsoft.com/office/drawing/2014/main" id="{189E056C-C898-ADF2-02E1-ABC7C67C7E1C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3" name="Google Shape;1329;p28">
              <a:extLst>
                <a:ext uri="{FF2B5EF4-FFF2-40B4-BE49-F238E27FC236}">
                  <a16:creationId xmlns:a16="http://schemas.microsoft.com/office/drawing/2014/main" id="{C79830E1-44FD-3D93-6194-5E5860A071BE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4" name="Google Shape;1330;p28">
              <a:extLst>
                <a:ext uri="{FF2B5EF4-FFF2-40B4-BE49-F238E27FC236}">
                  <a16:creationId xmlns:a16="http://schemas.microsoft.com/office/drawing/2014/main" id="{73813505-F4BE-DE93-E4EE-F1D91296ECA2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5" name="Google Shape;1331;p28">
              <a:extLst>
                <a:ext uri="{FF2B5EF4-FFF2-40B4-BE49-F238E27FC236}">
                  <a16:creationId xmlns:a16="http://schemas.microsoft.com/office/drawing/2014/main" id="{CE92DA23-24BD-2D8B-3790-F088A1066FC4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6" name="Google Shape;1332;p28">
              <a:extLst>
                <a:ext uri="{FF2B5EF4-FFF2-40B4-BE49-F238E27FC236}">
                  <a16:creationId xmlns:a16="http://schemas.microsoft.com/office/drawing/2014/main" id="{C772DD05-994B-FC35-4A54-9526CB35D4DF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7" name="Google Shape;1333;p28">
              <a:extLst>
                <a:ext uri="{FF2B5EF4-FFF2-40B4-BE49-F238E27FC236}">
                  <a16:creationId xmlns:a16="http://schemas.microsoft.com/office/drawing/2014/main" id="{D34E2D56-67DD-E091-FFD8-9E4667EDA518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8" name="Google Shape;1334;p28">
              <a:extLst>
                <a:ext uri="{FF2B5EF4-FFF2-40B4-BE49-F238E27FC236}">
                  <a16:creationId xmlns:a16="http://schemas.microsoft.com/office/drawing/2014/main" id="{BA20A28D-23AB-F70A-C399-E4AFE4B99B13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49" name="Google Shape;1335;p28">
              <a:extLst>
                <a:ext uri="{FF2B5EF4-FFF2-40B4-BE49-F238E27FC236}">
                  <a16:creationId xmlns:a16="http://schemas.microsoft.com/office/drawing/2014/main" id="{04E4F4E2-433F-689A-7387-2C4560466F9D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0" name="Google Shape;1336;p28">
              <a:extLst>
                <a:ext uri="{FF2B5EF4-FFF2-40B4-BE49-F238E27FC236}">
                  <a16:creationId xmlns:a16="http://schemas.microsoft.com/office/drawing/2014/main" id="{77EDCB25-E9B7-DC05-04D6-F0797AC5F01A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1" name="Google Shape;1337;p28">
              <a:extLst>
                <a:ext uri="{FF2B5EF4-FFF2-40B4-BE49-F238E27FC236}">
                  <a16:creationId xmlns:a16="http://schemas.microsoft.com/office/drawing/2014/main" id="{1756F93E-B418-0660-E9BA-18751E776790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2" name="Google Shape;1338;p28">
              <a:extLst>
                <a:ext uri="{FF2B5EF4-FFF2-40B4-BE49-F238E27FC236}">
                  <a16:creationId xmlns:a16="http://schemas.microsoft.com/office/drawing/2014/main" id="{B6183F59-9A0D-1320-811C-75354E0605B4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3" name="Google Shape;1339;p28">
              <a:extLst>
                <a:ext uri="{FF2B5EF4-FFF2-40B4-BE49-F238E27FC236}">
                  <a16:creationId xmlns:a16="http://schemas.microsoft.com/office/drawing/2014/main" id="{0F288B60-DF20-2CA8-70A2-D111B9DEE156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4" name="Google Shape;1340;p28">
              <a:extLst>
                <a:ext uri="{FF2B5EF4-FFF2-40B4-BE49-F238E27FC236}">
                  <a16:creationId xmlns:a16="http://schemas.microsoft.com/office/drawing/2014/main" id="{4B8F2339-9C9C-F69E-5D5D-32E0EF6E7C3B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5" name="Google Shape;1341;p28">
              <a:extLst>
                <a:ext uri="{FF2B5EF4-FFF2-40B4-BE49-F238E27FC236}">
                  <a16:creationId xmlns:a16="http://schemas.microsoft.com/office/drawing/2014/main" id="{72E5F593-A36B-5930-EE25-79AC7E4DC77B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6" name="Google Shape;1342;p28">
              <a:extLst>
                <a:ext uri="{FF2B5EF4-FFF2-40B4-BE49-F238E27FC236}">
                  <a16:creationId xmlns:a16="http://schemas.microsoft.com/office/drawing/2014/main" id="{9848A48A-7A75-513D-8CBA-51FC249249BB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7" name="Google Shape;1343;p28">
              <a:extLst>
                <a:ext uri="{FF2B5EF4-FFF2-40B4-BE49-F238E27FC236}">
                  <a16:creationId xmlns:a16="http://schemas.microsoft.com/office/drawing/2014/main" id="{9B5A4D41-F3C1-D27D-C4C4-65F3DD355B64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8" name="Google Shape;1344;p28">
              <a:extLst>
                <a:ext uri="{FF2B5EF4-FFF2-40B4-BE49-F238E27FC236}">
                  <a16:creationId xmlns:a16="http://schemas.microsoft.com/office/drawing/2014/main" id="{428B67D4-FC16-B5D9-D9F7-5E6EABD199DC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9" name="Google Shape;1345;p28">
              <a:extLst>
                <a:ext uri="{FF2B5EF4-FFF2-40B4-BE49-F238E27FC236}">
                  <a16:creationId xmlns:a16="http://schemas.microsoft.com/office/drawing/2014/main" id="{D48A3E5A-1954-C827-D807-DE533FE80278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0" name="Google Shape;1346;p28">
              <a:extLst>
                <a:ext uri="{FF2B5EF4-FFF2-40B4-BE49-F238E27FC236}">
                  <a16:creationId xmlns:a16="http://schemas.microsoft.com/office/drawing/2014/main" id="{199ECAC0-8342-5C98-17F4-D5B49C2313E0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1" name="Google Shape;1347;p28">
              <a:extLst>
                <a:ext uri="{FF2B5EF4-FFF2-40B4-BE49-F238E27FC236}">
                  <a16:creationId xmlns:a16="http://schemas.microsoft.com/office/drawing/2014/main" id="{5D86EB2A-E371-AA4A-0D9F-36121F46673F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2" name="Google Shape;1348;p28">
              <a:extLst>
                <a:ext uri="{FF2B5EF4-FFF2-40B4-BE49-F238E27FC236}">
                  <a16:creationId xmlns:a16="http://schemas.microsoft.com/office/drawing/2014/main" id="{808D8B59-BFCA-8A15-E9B8-E08813DA3D93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3" name="Google Shape;1349;p28">
              <a:extLst>
                <a:ext uri="{FF2B5EF4-FFF2-40B4-BE49-F238E27FC236}">
                  <a16:creationId xmlns:a16="http://schemas.microsoft.com/office/drawing/2014/main" id="{CA1A4956-BC1A-14D9-021E-146BDBEBE63D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4" name="Google Shape;1350;p28">
              <a:extLst>
                <a:ext uri="{FF2B5EF4-FFF2-40B4-BE49-F238E27FC236}">
                  <a16:creationId xmlns:a16="http://schemas.microsoft.com/office/drawing/2014/main" id="{63BAEC3C-5572-4C5B-F365-38C76DF5C869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5" name="Google Shape;1351;p28">
              <a:extLst>
                <a:ext uri="{FF2B5EF4-FFF2-40B4-BE49-F238E27FC236}">
                  <a16:creationId xmlns:a16="http://schemas.microsoft.com/office/drawing/2014/main" id="{E0E6C00C-0335-7547-9946-2A7FC3C30FAE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6" name="Google Shape;1352;p28">
              <a:extLst>
                <a:ext uri="{FF2B5EF4-FFF2-40B4-BE49-F238E27FC236}">
                  <a16:creationId xmlns:a16="http://schemas.microsoft.com/office/drawing/2014/main" id="{092A73A5-813E-6C23-BC17-0D589BA4FF56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7" name="Google Shape;1353;p28">
              <a:extLst>
                <a:ext uri="{FF2B5EF4-FFF2-40B4-BE49-F238E27FC236}">
                  <a16:creationId xmlns:a16="http://schemas.microsoft.com/office/drawing/2014/main" id="{7FFFA61A-4795-8159-E56A-F079628CDF02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8" name="Google Shape;1354;p28">
              <a:extLst>
                <a:ext uri="{FF2B5EF4-FFF2-40B4-BE49-F238E27FC236}">
                  <a16:creationId xmlns:a16="http://schemas.microsoft.com/office/drawing/2014/main" id="{DA5F7EC2-F929-AD04-F597-62EE3C9975D8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9" name="Google Shape;1355;p28">
              <a:extLst>
                <a:ext uri="{FF2B5EF4-FFF2-40B4-BE49-F238E27FC236}">
                  <a16:creationId xmlns:a16="http://schemas.microsoft.com/office/drawing/2014/main" id="{99264613-F0CD-81CD-227A-600EC5844848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0" name="Google Shape;1356;p28">
              <a:extLst>
                <a:ext uri="{FF2B5EF4-FFF2-40B4-BE49-F238E27FC236}">
                  <a16:creationId xmlns:a16="http://schemas.microsoft.com/office/drawing/2014/main" id="{7E87F504-431A-A327-BD25-320423C0EF62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1" name="Google Shape;1357;p28">
              <a:extLst>
                <a:ext uri="{FF2B5EF4-FFF2-40B4-BE49-F238E27FC236}">
                  <a16:creationId xmlns:a16="http://schemas.microsoft.com/office/drawing/2014/main" id="{AA286647-9C09-7396-F930-2881E99F1A5B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2" name="Google Shape;1358;p28">
              <a:extLst>
                <a:ext uri="{FF2B5EF4-FFF2-40B4-BE49-F238E27FC236}">
                  <a16:creationId xmlns:a16="http://schemas.microsoft.com/office/drawing/2014/main" id="{F81AA4AD-E490-7A40-2AA9-278F5971745B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3" name="Google Shape;1359;p28">
              <a:extLst>
                <a:ext uri="{FF2B5EF4-FFF2-40B4-BE49-F238E27FC236}">
                  <a16:creationId xmlns:a16="http://schemas.microsoft.com/office/drawing/2014/main" id="{64F4C79E-1314-EED1-AD27-3267BB099527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4" name="Google Shape;1360;p28">
              <a:extLst>
                <a:ext uri="{FF2B5EF4-FFF2-40B4-BE49-F238E27FC236}">
                  <a16:creationId xmlns:a16="http://schemas.microsoft.com/office/drawing/2014/main" id="{FF6B093E-20E0-B62D-6F4F-99EA47FED3EA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5" name="Google Shape;1361;p28">
              <a:extLst>
                <a:ext uri="{FF2B5EF4-FFF2-40B4-BE49-F238E27FC236}">
                  <a16:creationId xmlns:a16="http://schemas.microsoft.com/office/drawing/2014/main" id="{AF33005F-A3CF-D7B3-50AB-017F61317DBC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6" name="Google Shape;1362;p28">
              <a:extLst>
                <a:ext uri="{FF2B5EF4-FFF2-40B4-BE49-F238E27FC236}">
                  <a16:creationId xmlns:a16="http://schemas.microsoft.com/office/drawing/2014/main" id="{776E93F2-DD08-4368-1615-32090A627153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7" name="Google Shape;1363;p28">
              <a:extLst>
                <a:ext uri="{FF2B5EF4-FFF2-40B4-BE49-F238E27FC236}">
                  <a16:creationId xmlns:a16="http://schemas.microsoft.com/office/drawing/2014/main" id="{20C76DC6-1F25-B04D-A135-E07F20D82260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8" name="Google Shape;1364;p28">
              <a:extLst>
                <a:ext uri="{FF2B5EF4-FFF2-40B4-BE49-F238E27FC236}">
                  <a16:creationId xmlns:a16="http://schemas.microsoft.com/office/drawing/2014/main" id="{C67F6E6B-862C-4192-3248-1210D9A7991B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9" name="Google Shape;1365;p28">
              <a:extLst>
                <a:ext uri="{FF2B5EF4-FFF2-40B4-BE49-F238E27FC236}">
                  <a16:creationId xmlns:a16="http://schemas.microsoft.com/office/drawing/2014/main" id="{204583AC-4E20-78BB-4B60-B625F75C1E41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0" name="Google Shape;1366;p28">
              <a:extLst>
                <a:ext uri="{FF2B5EF4-FFF2-40B4-BE49-F238E27FC236}">
                  <a16:creationId xmlns:a16="http://schemas.microsoft.com/office/drawing/2014/main" id="{553A5429-10CE-C327-6764-43776C87D315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1" name="Google Shape;1367;p28">
              <a:extLst>
                <a:ext uri="{FF2B5EF4-FFF2-40B4-BE49-F238E27FC236}">
                  <a16:creationId xmlns:a16="http://schemas.microsoft.com/office/drawing/2014/main" id="{4E2D01F9-3655-CA3A-B6FF-B4E72B25DFE3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2" name="Google Shape;1368;p28">
              <a:extLst>
                <a:ext uri="{FF2B5EF4-FFF2-40B4-BE49-F238E27FC236}">
                  <a16:creationId xmlns:a16="http://schemas.microsoft.com/office/drawing/2014/main" id="{53269CB4-F8F1-1984-5930-0707586E69F2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3" name="Google Shape;1369;p28">
              <a:extLst>
                <a:ext uri="{FF2B5EF4-FFF2-40B4-BE49-F238E27FC236}">
                  <a16:creationId xmlns:a16="http://schemas.microsoft.com/office/drawing/2014/main" id="{D3B39E74-1F31-9A50-6A2F-31197F0DD6C5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4" name="Google Shape;1370;p28">
              <a:extLst>
                <a:ext uri="{FF2B5EF4-FFF2-40B4-BE49-F238E27FC236}">
                  <a16:creationId xmlns:a16="http://schemas.microsoft.com/office/drawing/2014/main" id="{3DDF7622-E120-DBF9-F3FA-1F074DBAFA24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5" name="Google Shape;1371;p28">
              <a:extLst>
                <a:ext uri="{FF2B5EF4-FFF2-40B4-BE49-F238E27FC236}">
                  <a16:creationId xmlns:a16="http://schemas.microsoft.com/office/drawing/2014/main" id="{6BECFF20-5431-730A-B29E-6E0961AE9395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6" name="Google Shape;1372;p28">
              <a:extLst>
                <a:ext uri="{FF2B5EF4-FFF2-40B4-BE49-F238E27FC236}">
                  <a16:creationId xmlns:a16="http://schemas.microsoft.com/office/drawing/2014/main" id="{E7B915B5-F1FB-1923-40BC-B2A96511C1B0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7" name="Google Shape;1373;p28">
              <a:extLst>
                <a:ext uri="{FF2B5EF4-FFF2-40B4-BE49-F238E27FC236}">
                  <a16:creationId xmlns:a16="http://schemas.microsoft.com/office/drawing/2014/main" id="{F3178821-BDBB-CCAF-6963-FC4E612044EF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8" name="Google Shape;1374;p28">
              <a:extLst>
                <a:ext uri="{FF2B5EF4-FFF2-40B4-BE49-F238E27FC236}">
                  <a16:creationId xmlns:a16="http://schemas.microsoft.com/office/drawing/2014/main" id="{DED623B0-365C-B4EF-92DA-6760D3FB7D56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9" name="Google Shape;1375;p28">
              <a:extLst>
                <a:ext uri="{FF2B5EF4-FFF2-40B4-BE49-F238E27FC236}">
                  <a16:creationId xmlns:a16="http://schemas.microsoft.com/office/drawing/2014/main" id="{FC91C283-EEAD-2616-C6AC-C54EB5BF8AFD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0" name="Google Shape;1376;p28">
              <a:extLst>
                <a:ext uri="{FF2B5EF4-FFF2-40B4-BE49-F238E27FC236}">
                  <a16:creationId xmlns:a16="http://schemas.microsoft.com/office/drawing/2014/main" id="{1CD9248F-72E8-76A3-4818-724CB2AFB5D7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1" name="Google Shape;1377;p28">
              <a:extLst>
                <a:ext uri="{FF2B5EF4-FFF2-40B4-BE49-F238E27FC236}">
                  <a16:creationId xmlns:a16="http://schemas.microsoft.com/office/drawing/2014/main" id="{BAE1707F-FFFD-16B4-1E4E-097D44DFBB30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2" name="Google Shape;1378;p28">
              <a:extLst>
                <a:ext uri="{FF2B5EF4-FFF2-40B4-BE49-F238E27FC236}">
                  <a16:creationId xmlns:a16="http://schemas.microsoft.com/office/drawing/2014/main" id="{D269DE68-4000-6DC2-80B9-3077E2E327F3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3" name="Google Shape;1379;p28">
              <a:extLst>
                <a:ext uri="{FF2B5EF4-FFF2-40B4-BE49-F238E27FC236}">
                  <a16:creationId xmlns:a16="http://schemas.microsoft.com/office/drawing/2014/main" id="{6AD11CD8-440B-2B2F-6721-9D361DADB3F1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4" name="Google Shape;1380;p28">
              <a:extLst>
                <a:ext uri="{FF2B5EF4-FFF2-40B4-BE49-F238E27FC236}">
                  <a16:creationId xmlns:a16="http://schemas.microsoft.com/office/drawing/2014/main" id="{827CCC85-3236-E696-5B33-D686D128EF6D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5" name="Google Shape;1381;p28">
              <a:extLst>
                <a:ext uri="{FF2B5EF4-FFF2-40B4-BE49-F238E27FC236}">
                  <a16:creationId xmlns:a16="http://schemas.microsoft.com/office/drawing/2014/main" id="{B2D3E29B-5D21-7920-1700-C4A877061EA6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6" name="Google Shape;1382;p28">
              <a:extLst>
                <a:ext uri="{FF2B5EF4-FFF2-40B4-BE49-F238E27FC236}">
                  <a16:creationId xmlns:a16="http://schemas.microsoft.com/office/drawing/2014/main" id="{13AD06EF-8A4F-1E50-586F-E0D97AFFE159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7" name="Google Shape;1383;p28">
              <a:extLst>
                <a:ext uri="{FF2B5EF4-FFF2-40B4-BE49-F238E27FC236}">
                  <a16:creationId xmlns:a16="http://schemas.microsoft.com/office/drawing/2014/main" id="{EAA82792-4CAE-F66B-50A3-55B7488F7BFD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8" name="Google Shape;1384;p28">
              <a:extLst>
                <a:ext uri="{FF2B5EF4-FFF2-40B4-BE49-F238E27FC236}">
                  <a16:creationId xmlns:a16="http://schemas.microsoft.com/office/drawing/2014/main" id="{B3A7B493-9B36-A396-A189-4242808C58FC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9" name="Google Shape;1385;p28">
              <a:extLst>
                <a:ext uri="{FF2B5EF4-FFF2-40B4-BE49-F238E27FC236}">
                  <a16:creationId xmlns:a16="http://schemas.microsoft.com/office/drawing/2014/main" id="{6DE21416-DED5-0AD6-CB86-ED840DB665A5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0" name="Google Shape;1386;p28">
              <a:extLst>
                <a:ext uri="{FF2B5EF4-FFF2-40B4-BE49-F238E27FC236}">
                  <a16:creationId xmlns:a16="http://schemas.microsoft.com/office/drawing/2014/main" id="{136E0AB8-CE34-26D2-22B9-9D1E2F15DBB1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1" name="Google Shape;1387;p28">
              <a:extLst>
                <a:ext uri="{FF2B5EF4-FFF2-40B4-BE49-F238E27FC236}">
                  <a16:creationId xmlns:a16="http://schemas.microsoft.com/office/drawing/2014/main" id="{D544EDF0-C603-D17E-2F04-821D72943F6B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2" name="Google Shape;1388;p28">
              <a:extLst>
                <a:ext uri="{FF2B5EF4-FFF2-40B4-BE49-F238E27FC236}">
                  <a16:creationId xmlns:a16="http://schemas.microsoft.com/office/drawing/2014/main" id="{690A7617-05D9-F88B-CBAA-5D142B3E473F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3" name="Google Shape;1389;p28">
              <a:extLst>
                <a:ext uri="{FF2B5EF4-FFF2-40B4-BE49-F238E27FC236}">
                  <a16:creationId xmlns:a16="http://schemas.microsoft.com/office/drawing/2014/main" id="{A026596C-C0BA-3A19-A9A9-4C3C0B1F6626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4" name="Google Shape;1390;p28">
              <a:extLst>
                <a:ext uri="{FF2B5EF4-FFF2-40B4-BE49-F238E27FC236}">
                  <a16:creationId xmlns:a16="http://schemas.microsoft.com/office/drawing/2014/main" id="{6EE1369D-2690-9070-8280-17F721DAA302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5" name="Google Shape;1391;p28">
              <a:extLst>
                <a:ext uri="{FF2B5EF4-FFF2-40B4-BE49-F238E27FC236}">
                  <a16:creationId xmlns:a16="http://schemas.microsoft.com/office/drawing/2014/main" id="{E95FCBEF-2498-B9DF-B27D-E908694AC831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6" name="Google Shape;1392;p28">
              <a:extLst>
                <a:ext uri="{FF2B5EF4-FFF2-40B4-BE49-F238E27FC236}">
                  <a16:creationId xmlns:a16="http://schemas.microsoft.com/office/drawing/2014/main" id="{1E472993-5A11-98AF-2D22-602CCD082DC2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7" name="Google Shape;1393;p28">
              <a:extLst>
                <a:ext uri="{FF2B5EF4-FFF2-40B4-BE49-F238E27FC236}">
                  <a16:creationId xmlns:a16="http://schemas.microsoft.com/office/drawing/2014/main" id="{87660179-BF04-1637-748A-717079DA0239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8" name="Google Shape;1394;p28">
              <a:extLst>
                <a:ext uri="{FF2B5EF4-FFF2-40B4-BE49-F238E27FC236}">
                  <a16:creationId xmlns:a16="http://schemas.microsoft.com/office/drawing/2014/main" id="{D118B137-F950-A703-41BF-62C36D80BF71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9" name="Google Shape;1395;p28">
              <a:extLst>
                <a:ext uri="{FF2B5EF4-FFF2-40B4-BE49-F238E27FC236}">
                  <a16:creationId xmlns:a16="http://schemas.microsoft.com/office/drawing/2014/main" id="{9560C7AD-6791-7442-2F94-75D195541A8A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0" name="Google Shape;1396;p28">
              <a:extLst>
                <a:ext uri="{FF2B5EF4-FFF2-40B4-BE49-F238E27FC236}">
                  <a16:creationId xmlns:a16="http://schemas.microsoft.com/office/drawing/2014/main" id="{A6EF3614-4AF8-84BE-BDCE-DD0637B7D88B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1" name="Google Shape;1397;p28">
              <a:extLst>
                <a:ext uri="{FF2B5EF4-FFF2-40B4-BE49-F238E27FC236}">
                  <a16:creationId xmlns:a16="http://schemas.microsoft.com/office/drawing/2014/main" id="{41CB53E2-8D42-9AF2-D2F8-E7A609584F02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2" name="Google Shape;1398;p28">
              <a:extLst>
                <a:ext uri="{FF2B5EF4-FFF2-40B4-BE49-F238E27FC236}">
                  <a16:creationId xmlns:a16="http://schemas.microsoft.com/office/drawing/2014/main" id="{44832722-656E-4A85-4078-3CA3F81D0DF7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3" name="Google Shape;1399;p28">
              <a:extLst>
                <a:ext uri="{FF2B5EF4-FFF2-40B4-BE49-F238E27FC236}">
                  <a16:creationId xmlns:a16="http://schemas.microsoft.com/office/drawing/2014/main" id="{8DD05676-BC6A-F667-0F67-F12223DD9464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4" name="Google Shape;1400;p28">
              <a:extLst>
                <a:ext uri="{FF2B5EF4-FFF2-40B4-BE49-F238E27FC236}">
                  <a16:creationId xmlns:a16="http://schemas.microsoft.com/office/drawing/2014/main" id="{5F10A0B2-AFF9-B23E-DF54-B9D40C77839B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5" name="Google Shape;1401;p28">
              <a:extLst>
                <a:ext uri="{FF2B5EF4-FFF2-40B4-BE49-F238E27FC236}">
                  <a16:creationId xmlns:a16="http://schemas.microsoft.com/office/drawing/2014/main" id="{CF6EEF90-E865-E05C-5175-39B3DE33D199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6" name="Google Shape;1402;p28">
              <a:extLst>
                <a:ext uri="{FF2B5EF4-FFF2-40B4-BE49-F238E27FC236}">
                  <a16:creationId xmlns:a16="http://schemas.microsoft.com/office/drawing/2014/main" id="{F9E3931F-93E1-EEC0-B406-5E6EF734BD13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7" name="Google Shape;1403;p28">
              <a:extLst>
                <a:ext uri="{FF2B5EF4-FFF2-40B4-BE49-F238E27FC236}">
                  <a16:creationId xmlns:a16="http://schemas.microsoft.com/office/drawing/2014/main" id="{1CF24AC5-A342-C947-5368-92D38679E438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8" name="Google Shape;1404;p28">
              <a:extLst>
                <a:ext uri="{FF2B5EF4-FFF2-40B4-BE49-F238E27FC236}">
                  <a16:creationId xmlns:a16="http://schemas.microsoft.com/office/drawing/2014/main" id="{0B0210F2-4212-5828-F583-3B6F99B99CCF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9" name="Google Shape;1405;p28">
              <a:extLst>
                <a:ext uri="{FF2B5EF4-FFF2-40B4-BE49-F238E27FC236}">
                  <a16:creationId xmlns:a16="http://schemas.microsoft.com/office/drawing/2014/main" id="{39964343-E2F2-2A9E-649F-66EDF2D0C71C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0" name="Google Shape;1406;p28">
              <a:extLst>
                <a:ext uri="{FF2B5EF4-FFF2-40B4-BE49-F238E27FC236}">
                  <a16:creationId xmlns:a16="http://schemas.microsoft.com/office/drawing/2014/main" id="{9544C1F3-A449-6982-C328-CEADECA3BD04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1" name="Google Shape;1407;p28">
              <a:extLst>
                <a:ext uri="{FF2B5EF4-FFF2-40B4-BE49-F238E27FC236}">
                  <a16:creationId xmlns:a16="http://schemas.microsoft.com/office/drawing/2014/main" id="{0B5CE288-B4E7-EB17-C7AF-19AE11BD8C28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2" name="Google Shape;1408;p28">
              <a:extLst>
                <a:ext uri="{FF2B5EF4-FFF2-40B4-BE49-F238E27FC236}">
                  <a16:creationId xmlns:a16="http://schemas.microsoft.com/office/drawing/2014/main" id="{B786E5FC-D70D-C18C-3C4A-12777DB11E50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3" name="Google Shape;1409;p28">
              <a:extLst>
                <a:ext uri="{FF2B5EF4-FFF2-40B4-BE49-F238E27FC236}">
                  <a16:creationId xmlns:a16="http://schemas.microsoft.com/office/drawing/2014/main" id="{10BC87F2-BE07-F7CE-6724-528825E81874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4" name="Google Shape;1410;p28">
              <a:extLst>
                <a:ext uri="{FF2B5EF4-FFF2-40B4-BE49-F238E27FC236}">
                  <a16:creationId xmlns:a16="http://schemas.microsoft.com/office/drawing/2014/main" id="{DFC33278-3324-0DE2-1599-119ED6745571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5" name="Google Shape;1411;p28">
              <a:extLst>
                <a:ext uri="{FF2B5EF4-FFF2-40B4-BE49-F238E27FC236}">
                  <a16:creationId xmlns:a16="http://schemas.microsoft.com/office/drawing/2014/main" id="{7CC4D7E9-092F-6494-6370-DA4B6F7A121B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6" name="Google Shape;1412;p28">
              <a:extLst>
                <a:ext uri="{FF2B5EF4-FFF2-40B4-BE49-F238E27FC236}">
                  <a16:creationId xmlns:a16="http://schemas.microsoft.com/office/drawing/2014/main" id="{3101257E-A867-A3C3-82BD-1C8A5A84ED5B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7" name="Google Shape;1413;p28">
              <a:extLst>
                <a:ext uri="{FF2B5EF4-FFF2-40B4-BE49-F238E27FC236}">
                  <a16:creationId xmlns:a16="http://schemas.microsoft.com/office/drawing/2014/main" id="{95218486-73AB-597C-FBA3-59F1D48F5127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8" name="Google Shape;1414;p28">
              <a:extLst>
                <a:ext uri="{FF2B5EF4-FFF2-40B4-BE49-F238E27FC236}">
                  <a16:creationId xmlns:a16="http://schemas.microsoft.com/office/drawing/2014/main" id="{6F8D8B6B-E680-9A91-0284-CA8C64B0D423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9" name="Google Shape;1415;p28">
              <a:extLst>
                <a:ext uri="{FF2B5EF4-FFF2-40B4-BE49-F238E27FC236}">
                  <a16:creationId xmlns:a16="http://schemas.microsoft.com/office/drawing/2014/main" id="{2207A1E1-3CCC-FF5B-496C-727C0DD98802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0" name="Google Shape;1416;p28">
              <a:extLst>
                <a:ext uri="{FF2B5EF4-FFF2-40B4-BE49-F238E27FC236}">
                  <a16:creationId xmlns:a16="http://schemas.microsoft.com/office/drawing/2014/main" id="{872ACE1C-B006-4E8E-7998-BAC905A7E7B7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1" name="Google Shape;1417;p28">
              <a:extLst>
                <a:ext uri="{FF2B5EF4-FFF2-40B4-BE49-F238E27FC236}">
                  <a16:creationId xmlns:a16="http://schemas.microsoft.com/office/drawing/2014/main" id="{0B89265F-93AA-36F1-D671-8D4D3BF198FC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2" name="Google Shape;1418;p28">
              <a:extLst>
                <a:ext uri="{FF2B5EF4-FFF2-40B4-BE49-F238E27FC236}">
                  <a16:creationId xmlns:a16="http://schemas.microsoft.com/office/drawing/2014/main" id="{8306A81B-7EA7-B39F-E7D3-D488305842D6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3" name="Google Shape;1419;p28">
              <a:extLst>
                <a:ext uri="{FF2B5EF4-FFF2-40B4-BE49-F238E27FC236}">
                  <a16:creationId xmlns:a16="http://schemas.microsoft.com/office/drawing/2014/main" id="{3563216E-A96F-342B-F39C-2F4B8779F215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4" name="Google Shape;1420;p28">
              <a:extLst>
                <a:ext uri="{FF2B5EF4-FFF2-40B4-BE49-F238E27FC236}">
                  <a16:creationId xmlns:a16="http://schemas.microsoft.com/office/drawing/2014/main" id="{E47C4A1A-5E21-7058-1CC2-17DBE639A78D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5" name="Google Shape;1421;p28">
              <a:extLst>
                <a:ext uri="{FF2B5EF4-FFF2-40B4-BE49-F238E27FC236}">
                  <a16:creationId xmlns:a16="http://schemas.microsoft.com/office/drawing/2014/main" id="{71B8B154-4BD4-4BB9-E80C-7755BA739E0E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6" name="Google Shape;1422;p28">
              <a:extLst>
                <a:ext uri="{FF2B5EF4-FFF2-40B4-BE49-F238E27FC236}">
                  <a16:creationId xmlns:a16="http://schemas.microsoft.com/office/drawing/2014/main" id="{90F11361-02C7-417E-05CC-8ADFE95DB155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7" name="Google Shape;1423;p28">
              <a:extLst>
                <a:ext uri="{FF2B5EF4-FFF2-40B4-BE49-F238E27FC236}">
                  <a16:creationId xmlns:a16="http://schemas.microsoft.com/office/drawing/2014/main" id="{286850A8-E16D-AC16-EDB1-BE597F4A0942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8" name="Google Shape;1424;p28">
              <a:extLst>
                <a:ext uri="{FF2B5EF4-FFF2-40B4-BE49-F238E27FC236}">
                  <a16:creationId xmlns:a16="http://schemas.microsoft.com/office/drawing/2014/main" id="{F892EC63-6746-D54F-F487-616F3FC58405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9" name="Google Shape;1425;p28">
              <a:extLst>
                <a:ext uri="{FF2B5EF4-FFF2-40B4-BE49-F238E27FC236}">
                  <a16:creationId xmlns:a16="http://schemas.microsoft.com/office/drawing/2014/main" id="{4F38FFEE-82CA-8C07-0F4B-A1C546F3CF48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0" name="Google Shape;1426;p28">
              <a:extLst>
                <a:ext uri="{FF2B5EF4-FFF2-40B4-BE49-F238E27FC236}">
                  <a16:creationId xmlns:a16="http://schemas.microsoft.com/office/drawing/2014/main" id="{3885160E-B959-5904-3E78-974B9238A328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1" name="Google Shape;1427;p28">
              <a:extLst>
                <a:ext uri="{FF2B5EF4-FFF2-40B4-BE49-F238E27FC236}">
                  <a16:creationId xmlns:a16="http://schemas.microsoft.com/office/drawing/2014/main" id="{805423F8-EF12-C582-1E55-FFC8DDED51A7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2" name="Google Shape;1428;p28">
              <a:extLst>
                <a:ext uri="{FF2B5EF4-FFF2-40B4-BE49-F238E27FC236}">
                  <a16:creationId xmlns:a16="http://schemas.microsoft.com/office/drawing/2014/main" id="{86B51D5E-E7DE-46FB-DA24-4D68AFF74933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3" name="Google Shape;1429;p28">
              <a:extLst>
                <a:ext uri="{FF2B5EF4-FFF2-40B4-BE49-F238E27FC236}">
                  <a16:creationId xmlns:a16="http://schemas.microsoft.com/office/drawing/2014/main" id="{79164116-2D84-A66C-9EC3-8B05D1D8B927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4" name="Google Shape;1430;p28">
              <a:extLst>
                <a:ext uri="{FF2B5EF4-FFF2-40B4-BE49-F238E27FC236}">
                  <a16:creationId xmlns:a16="http://schemas.microsoft.com/office/drawing/2014/main" id="{59057760-9AE9-429B-7859-8FE5552B6212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5" name="Google Shape;1431;p28">
              <a:extLst>
                <a:ext uri="{FF2B5EF4-FFF2-40B4-BE49-F238E27FC236}">
                  <a16:creationId xmlns:a16="http://schemas.microsoft.com/office/drawing/2014/main" id="{8D8C9619-056C-A94D-8326-7F52CA046110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6" name="Google Shape;1432;p28">
              <a:extLst>
                <a:ext uri="{FF2B5EF4-FFF2-40B4-BE49-F238E27FC236}">
                  <a16:creationId xmlns:a16="http://schemas.microsoft.com/office/drawing/2014/main" id="{7078A505-A9FE-F018-BD65-2A1985EBE509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7" name="Google Shape;1433;p28">
              <a:extLst>
                <a:ext uri="{FF2B5EF4-FFF2-40B4-BE49-F238E27FC236}">
                  <a16:creationId xmlns:a16="http://schemas.microsoft.com/office/drawing/2014/main" id="{7AE1C183-4246-7238-C3F0-389C7E947134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8" name="Google Shape;1434;p28">
              <a:extLst>
                <a:ext uri="{FF2B5EF4-FFF2-40B4-BE49-F238E27FC236}">
                  <a16:creationId xmlns:a16="http://schemas.microsoft.com/office/drawing/2014/main" id="{59FDEE10-013B-D1BC-3F28-29047D864B8B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9" name="Google Shape;1435;p28">
              <a:extLst>
                <a:ext uri="{FF2B5EF4-FFF2-40B4-BE49-F238E27FC236}">
                  <a16:creationId xmlns:a16="http://schemas.microsoft.com/office/drawing/2014/main" id="{E20BAFAF-8A93-8C05-62D8-A51995EE66A7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0" name="Google Shape;1436;p28">
              <a:extLst>
                <a:ext uri="{FF2B5EF4-FFF2-40B4-BE49-F238E27FC236}">
                  <a16:creationId xmlns:a16="http://schemas.microsoft.com/office/drawing/2014/main" id="{76A7A9AF-74CF-DF64-06C7-9FA6E64DDFE6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1" name="Google Shape;1437;p28">
              <a:extLst>
                <a:ext uri="{FF2B5EF4-FFF2-40B4-BE49-F238E27FC236}">
                  <a16:creationId xmlns:a16="http://schemas.microsoft.com/office/drawing/2014/main" id="{8904D5D0-709B-1C83-6A53-5781093943BC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2" name="Google Shape;1438;p28">
              <a:extLst>
                <a:ext uri="{FF2B5EF4-FFF2-40B4-BE49-F238E27FC236}">
                  <a16:creationId xmlns:a16="http://schemas.microsoft.com/office/drawing/2014/main" id="{D884AF5D-23EA-2613-E58E-49AB251A2A03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3" name="Google Shape;1439;p28">
              <a:extLst>
                <a:ext uri="{FF2B5EF4-FFF2-40B4-BE49-F238E27FC236}">
                  <a16:creationId xmlns:a16="http://schemas.microsoft.com/office/drawing/2014/main" id="{CB7745D9-E840-0FC2-979B-B9F3B44EC80A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4" name="Google Shape;1440;p28">
              <a:extLst>
                <a:ext uri="{FF2B5EF4-FFF2-40B4-BE49-F238E27FC236}">
                  <a16:creationId xmlns:a16="http://schemas.microsoft.com/office/drawing/2014/main" id="{1B65800C-2C1E-E3A4-3836-4AF45459DA60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5" name="Google Shape;1441;p28">
              <a:extLst>
                <a:ext uri="{FF2B5EF4-FFF2-40B4-BE49-F238E27FC236}">
                  <a16:creationId xmlns:a16="http://schemas.microsoft.com/office/drawing/2014/main" id="{2E866743-3C9C-44E8-85F8-E9C3AE81D2FB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6" name="Google Shape;1442;p28">
              <a:extLst>
                <a:ext uri="{FF2B5EF4-FFF2-40B4-BE49-F238E27FC236}">
                  <a16:creationId xmlns:a16="http://schemas.microsoft.com/office/drawing/2014/main" id="{3F1F06AA-3FC8-939C-EE1F-214350F7E9C9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7" name="Google Shape;1443;p28">
              <a:extLst>
                <a:ext uri="{FF2B5EF4-FFF2-40B4-BE49-F238E27FC236}">
                  <a16:creationId xmlns:a16="http://schemas.microsoft.com/office/drawing/2014/main" id="{CFD7C89F-EFC6-E6AF-3045-EE9E7A755635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8" name="Google Shape;1444;p28">
              <a:extLst>
                <a:ext uri="{FF2B5EF4-FFF2-40B4-BE49-F238E27FC236}">
                  <a16:creationId xmlns:a16="http://schemas.microsoft.com/office/drawing/2014/main" id="{E2375136-2289-8900-DA91-D822A19ABB6A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9" name="Google Shape;1445;p28">
              <a:extLst>
                <a:ext uri="{FF2B5EF4-FFF2-40B4-BE49-F238E27FC236}">
                  <a16:creationId xmlns:a16="http://schemas.microsoft.com/office/drawing/2014/main" id="{D9631A4F-7CF6-7405-3813-6FB2AED579CF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0" name="Google Shape;1446;p28">
              <a:extLst>
                <a:ext uri="{FF2B5EF4-FFF2-40B4-BE49-F238E27FC236}">
                  <a16:creationId xmlns:a16="http://schemas.microsoft.com/office/drawing/2014/main" id="{AB27CE5E-9541-48D5-1ECC-3CD32F57B9E3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1" name="Google Shape;1447;p28">
              <a:extLst>
                <a:ext uri="{FF2B5EF4-FFF2-40B4-BE49-F238E27FC236}">
                  <a16:creationId xmlns:a16="http://schemas.microsoft.com/office/drawing/2014/main" id="{F0D11D89-3C56-4E98-9439-E45530B8757F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2" name="Google Shape;1448;p28">
              <a:extLst>
                <a:ext uri="{FF2B5EF4-FFF2-40B4-BE49-F238E27FC236}">
                  <a16:creationId xmlns:a16="http://schemas.microsoft.com/office/drawing/2014/main" id="{83CD6DEB-2C58-CAE8-CA8F-14F0E76B0627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3" name="Google Shape;1449;p28">
              <a:extLst>
                <a:ext uri="{FF2B5EF4-FFF2-40B4-BE49-F238E27FC236}">
                  <a16:creationId xmlns:a16="http://schemas.microsoft.com/office/drawing/2014/main" id="{704C2DD0-EFF4-E1B9-9092-B786DFEDED37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4" name="Google Shape;1450;p28">
              <a:extLst>
                <a:ext uri="{FF2B5EF4-FFF2-40B4-BE49-F238E27FC236}">
                  <a16:creationId xmlns:a16="http://schemas.microsoft.com/office/drawing/2014/main" id="{CDE7EDF7-1511-DA33-592A-306F6E501F7B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5" name="Google Shape;1451;p28">
              <a:extLst>
                <a:ext uri="{FF2B5EF4-FFF2-40B4-BE49-F238E27FC236}">
                  <a16:creationId xmlns:a16="http://schemas.microsoft.com/office/drawing/2014/main" id="{B8B0189C-6E98-4F33-807D-4B11EF18C44C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6" name="Google Shape;1452;p28">
              <a:extLst>
                <a:ext uri="{FF2B5EF4-FFF2-40B4-BE49-F238E27FC236}">
                  <a16:creationId xmlns:a16="http://schemas.microsoft.com/office/drawing/2014/main" id="{E983A953-3A98-D07E-552B-A8B9F5156B89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7" name="Google Shape;1453;p28">
              <a:extLst>
                <a:ext uri="{FF2B5EF4-FFF2-40B4-BE49-F238E27FC236}">
                  <a16:creationId xmlns:a16="http://schemas.microsoft.com/office/drawing/2014/main" id="{1D6A7067-C91E-DB04-DD00-7555A6836097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8" name="Google Shape;1454;p28">
              <a:extLst>
                <a:ext uri="{FF2B5EF4-FFF2-40B4-BE49-F238E27FC236}">
                  <a16:creationId xmlns:a16="http://schemas.microsoft.com/office/drawing/2014/main" id="{BBDCB8AB-472E-1464-3B65-276DB4E4F363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9" name="Google Shape;1455;p28">
              <a:extLst>
                <a:ext uri="{FF2B5EF4-FFF2-40B4-BE49-F238E27FC236}">
                  <a16:creationId xmlns:a16="http://schemas.microsoft.com/office/drawing/2014/main" id="{420909B1-A836-5C65-2DF0-A08B3A272829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0" name="Google Shape;1456;p28">
              <a:extLst>
                <a:ext uri="{FF2B5EF4-FFF2-40B4-BE49-F238E27FC236}">
                  <a16:creationId xmlns:a16="http://schemas.microsoft.com/office/drawing/2014/main" id="{2C532479-068C-0D89-E5EE-05F6E30B65D0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1" name="Google Shape;1457;p28">
              <a:extLst>
                <a:ext uri="{FF2B5EF4-FFF2-40B4-BE49-F238E27FC236}">
                  <a16:creationId xmlns:a16="http://schemas.microsoft.com/office/drawing/2014/main" id="{44B84113-977A-A688-7EC7-F4844FE47DB6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2" name="Google Shape;1458;p28">
              <a:extLst>
                <a:ext uri="{FF2B5EF4-FFF2-40B4-BE49-F238E27FC236}">
                  <a16:creationId xmlns:a16="http://schemas.microsoft.com/office/drawing/2014/main" id="{C5E25B9D-3E31-E012-0B94-0C979EA6A72C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3" name="Google Shape;1459;p28">
              <a:extLst>
                <a:ext uri="{FF2B5EF4-FFF2-40B4-BE49-F238E27FC236}">
                  <a16:creationId xmlns:a16="http://schemas.microsoft.com/office/drawing/2014/main" id="{8AC0C29A-8353-822A-96EE-AD89CE7F4F1D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4" name="Google Shape;1460;p28">
              <a:extLst>
                <a:ext uri="{FF2B5EF4-FFF2-40B4-BE49-F238E27FC236}">
                  <a16:creationId xmlns:a16="http://schemas.microsoft.com/office/drawing/2014/main" id="{3C224460-19BA-A95A-BA95-154D04760AF3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5" name="Google Shape;1461;p28">
              <a:extLst>
                <a:ext uri="{FF2B5EF4-FFF2-40B4-BE49-F238E27FC236}">
                  <a16:creationId xmlns:a16="http://schemas.microsoft.com/office/drawing/2014/main" id="{4464261F-80D7-B50E-3376-D9BBB7DC10CA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6" name="Google Shape;1462;p28">
              <a:extLst>
                <a:ext uri="{FF2B5EF4-FFF2-40B4-BE49-F238E27FC236}">
                  <a16:creationId xmlns:a16="http://schemas.microsoft.com/office/drawing/2014/main" id="{DBE35252-83D2-9083-7F60-31BEED176EE5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7" name="Google Shape;1463;p28">
              <a:extLst>
                <a:ext uri="{FF2B5EF4-FFF2-40B4-BE49-F238E27FC236}">
                  <a16:creationId xmlns:a16="http://schemas.microsoft.com/office/drawing/2014/main" id="{CF45C241-6E8E-42AF-CAAB-0A736BEDAC1B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8" name="Google Shape;1464;p28">
              <a:extLst>
                <a:ext uri="{FF2B5EF4-FFF2-40B4-BE49-F238E27FC236}">
                  <a16:creationId xmlns:a16="http://schemas.microsoft.com/office/drawing/2014/main" id="{2AD561E4-9F52-F4A7-7A04-CAA431E50B6B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79" name="Google Shape;1465;p28">
              <a:extLst>
                <a:ext uri="{FF2B5EF4-FFF2-40B4-BE49-F238E27FC236}">
                  <a16:creationId xmlns:a16="http://schemas.microsoft.com/office/drawing/2014/main" id="{DFB2DF9C-7AEC-33D7-15A7-7B6AF2958EB7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0" name="Google Shape;1466;p28">
              <a:extLst>
                <a:ext uri="{FF2B5EF4-FFF2-40B4-BE49-F238E27FC236}">
                  <a16:creationId xmlns:a16="http://schemas.microsoft.com/office/drawing/2014/main" id="{DBCFD829-2277-88FE-DF15-CCA6E1B882AC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1" name="Google Shape;1467;p28">
              <a:extLst>
                <a:ext uri="{FF2B5EF4-FFF2-40B4-BE49-F238E27FC236}">
                  <a16:creationId xmlns:a16="http://schemas.microsoft.com/office/drawing/2014/main" id="{9A43E3AD-8AA6-8135-3747-139D6115679B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2" name="Google Shape;1468;p28">
              <a:extLst>
                <a:ext uri="{FF2B5EF4-FFF2-40B4-BE49-F238E27FC236}">
                  <a16:creationId xmlns:a16="http://schemas.microsoft.com/office/drawing/2014/main" id="{EC46204A-6D82-0D3A-4E05-19ECFD62EA06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3" name="Google Shape;1469;p28">
              <a:extLst>
                <a:ext uri="{FF2B5EF4-FFF2-40B4-BE49-F238E27FC236}">
                  <a16:creationId xmlns:a16="http://schemas.microsoft.com/office/drawing/2014/main" id="{7320DC75-ED9D-BCF7-CB56-CADD33B32543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4" name="Google Shape;1470;p28">
              <a:extLst>
                <a:ext uri="{FF2B5EF4-FFF2-40B4-BE49-F238E27FC236}">
                  <a16:creationId xmlns:a16="http://schemas.microsoft.com/office/drawing/2014/main" id="{33D34E41-CBE2-274E-736E-9072D1E88A1E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5" name="Google Shape;1471;p28">
              <a:extLst>
                <a:ext uri="{FF2B5EF4-FFF2-40B4-BE49-F238E27FC236}">
                  <a16:creationId xmlns:a16="http://schemas.microsoft.com/office/drawing/2014/main" id="{6A5C9EB0-3950-40E5-B358-D90430C7334C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6" name="Google Shape;1472;p28">
              <a:extLst>
                <a:ext uri="{FF2B5EF4-FFF2-40B4-BE49-F238E27FC236}">
                  <a16:creationId xmlns:a16="http://schemas.microsoft.com/office/drawing/2014/main" id="{D4EFAC9D-F664-D732-64EF-AD28C040EE59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7" name="Google Shape;1473;p28">
              <a:extLst>
                <a:ext uri="{FF2B5EF4-FFF2-40B4-BE49-F238E27FC236}">
                  <a16:creationId xmlns:a16="http://schemas.microsoft.com/office/drawing/2014/main" id="{85EEA394-78A7-5D1A-554B-4A0605A2ED8F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8" name="Google Shape;1474;p28">
              <a:extLst>
                <a:ext uri="{FF2B5EF4-FFF2-40B4-BE49-F238E27FC236}">
                  <a16:creationId xmlns:a16="http://schemas.microsoft.com/office/drawing/2014/main" id="{B0174BE5-9CC7-3360-13E3-9E8058DA3A01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89" name="Google Shape;1475;p28">
              <a:extLst>
                <a:ext uri="{FF2B5EF4-FFF2-40B4-BE49-F238E27FC236}">
                  <a16:creationId xmlns:a16="http://schemas.microsoft.com/office/drawing/2014/main" id="{0F6EAC36-D68D-4DDA-91F8-60A96B9165F5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0" name="Google Shape;1476;p28">
              <a:extLst>
                <a:ext uri="{FF2B5EF4-FFF2-40B4-BE49-F238E27FC236}">
                  <a16:creationId xmlns:a16="http://schemas.microsoft.com/office/drawing/2014/main" id="{5500C985-AAA7-7EC3-896B-8EE9A806A18A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1" name="Google Shape;1477;p28">
              <a:extLst>
                <a:ext uri="{FF2B5EF4-FFF2-40B4-BE49-F238E27FC236}">
                  <a16:creationId xmlns:a16="http://schemas.microsoft.com/office/drawing/2014/main" id="{E76D221A-CD1E-48B5-0F0D-E18C0A0E7B81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2" name="Google Shape;1478;p28">
              <a:extLst>
                <a:ext uri="{FF2B5EF4-FFF2-40B4-BE49-F238E27FC236}">
                  <a16:creationId xmlns:a16="http://schemas.microsoft.com/office/drawing/2014/main" id="{686AC3FA-0702-7AFB-418B-8D7491EA16B4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3" name="Google Shape;1479;p28">
              <a:extLst>
                <a:ext uri="{FF2B5EF4-FFF2-40B4-BE49-F238E27FC236}">
                  <a16:creationId xmlns:a16="http://schemas.microsoft.com/office/drawing/2014/main" id="{ACDF0F3E-11EE-0537-A026-EEF92CBE28EC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4" name="Google Shape;1480;p28">
              <a:extLst>
                <a:ext uri="{FF2B5EF4-FFF2-40B4-BE49-F238E27FC236}">
                  <a16:creationId xmlns:a16="http://schemas.microsoft.com/office/drawing/2014/main" id="{D13CE2EC-CC3E-A202-A543-7554C6D9B45A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5" name="Google Shape;1481;p28">
              <a:extLst>
                <a:ext uri="{FF2B5EF4-FFF2-40B4-BE49-F238E27FC236}">
                  <a16:creationId xmlns:a16="http://schemas.microsoft.com/office/drawing/2014/main" id="{2673DAF4-A21C-2888-3199-077C10B2D601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6" name="Google Shape;1482;p28">
              <a:extLst>
                <a:ext uri="{FF2B5EF4-FFF2-40B4-BE49-F238E27FC236}">
                  <a16:creationId xmlns:a16="http://schemas.microsoft.com/office/drawing/2014/main" id="{F9AC501D-E375-0511-0C6C-E0A4E1D71008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7" name="Google Shape;1483;p28">
              <a:extLst>
                <a:ext uri="{FF2B5EF4-FFF2-40B4-BE49-F238E27FC236}">
                  <a16:creationId xmlns:a16="http://schemas.microsoft.com/office/drawing/2014/main" id="{73149F0A-EFC8-361D-CA8F-7EC3303FF859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8" name="Google Shape;1484;p28">
              <a:extLst>
                <a:ext uri="{FF2B5EF4-FFF2-40B4-BE49-F238E27FC236}">
                  <a16:creationId xmlns:a16="http://schemas.microsoft.com/office/drawing/2014/main" id="{BA485514-8125-9092-1CC6-54282DCF3B94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99" name="Google Shape;1485;p28">
              <a:extLst>
                <a:ext uri="{FF2B5EF4-FFF2-40B4-BE49-F238E27FC236}">
                  <a16:creationId xmlns:a16="http://schemas.microsoft.com/office/drawing/2014/main" id="{72569124-DC7D-1051-7F60-1A420D0E7EAD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0" name="Google Shape;1486;p28">
              <a:extLst>
                <a:ext uri="{FF2B5EF4-FFF2-40B4-BE49-F238E27FC236}">
                  <a16:creationId xmlns:a16="http://schemas.microsoft.com/office/drawing/2014/main" id="{6101146B-602A-9682-CCE1-04201DC3C2BD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1" name="Google Shape;1487;p28">
              <a:extLst>
                <a:ext uri="{FF2B5EF4-FFF2-40B4-BE49-F238E27FC236}">
                  <a16:creationId xmlns:a16="http://schemas.microsoft.com/office/drawing/2014/main" id="{7EC42D7F-B166-BE31-3A02-DADF83F4E57F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2" name="Google Shape;1488;p28">
              <a:extLst>
                <a:ext uri="{FF2B5EF4-FFF2-40B4-BE49-F238E27FC236}">
                  <a16:creationId xmlns:a16="http://schemas.microsoft.com/office/drawing/2014/main" id="{6D030B98-2B4D-FDBA-1101-9EBE9F605627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3" name="Google Shape;1489;p28">
              <a:extLst>
                <a:ext uri="{FF2B5EF4-FFF2-40B4-BE49-F238E27FC236}">
                  <a16:creationId xmlns:a16="http://schemas.microsoft.com/office/drawing/2014/main" id="{FF39EBBC-0B64-A11F-1622-E5BB436CA703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4" name="Google Shape;1490;p28">
              <a:extLst>
                <a:ext uri="{FF2B5EF4-FFF2-40B4-BE49-F238E27FC236}">
                  <a16:creationId xmlns:a16="http://schemas.microsoft.com/office/drawing/2014/main" id="{E882D7A8-FA00-CACE-9A98-AA3CAD8FD048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5" name="Google Shape;1491;p28">
              <a:extLst>
                <a:ext uri="{FF2B5EF4-FFF2-40B4-BE49-F238E27FC236}">
                  <a16:creationId xmlns:a16="http://schemas.microsoft.com/office/drawing/2014/main" id="{4C5DBC18-6C2F-5767-E92F-CA9762ED39BE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6" name="Google Shape;1492;p28">
              <a:extLst>
                <a:ext uri="{FF2B5EF4-FFF2-40B4-BE49-F238E27FC236}">
                  <a16:creationId xmlns:a16="http://schemas.microsoft.com/office/drawing/2014/main" id="{EB83DE20-629C-789A-454E-63F41E493097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7" name="Google Shape;1493;p28">
              <a:extLst>
                <a:ext uri="{FF2B5EF4-FFF2-40B4-BE49-F238E27FC236}">
                  <a16:creationId xmlns:a16="http://schemas.microsoft.com/office/drawing/2014/main" id="{74EDADD4-FD5F-498B-11F0-9FD2F7EFF1B7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208" name="Google Shape;1494;p28">
              <a:extLst>
                <a:ext uri="{FF2B5EF4-FFF2-40B4-BE49-F238E27FC236}">
                  <a16:creationId xmlns:a16="http://schemas.microsoft.com/office/drawing/2014/main" id="{2E51464A-A126-3645-4C44-59D542D0176B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7651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232E-AE6D-4EBC-D97E-2ADE641D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1072B2-3297-CD0A-DAF6-5B815A06E026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3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 QUY TRÌNH THỰC HIỆN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65543C-00AC-5B91-2921-8B54CBF1ED38}"/>
              </a:ext>
            </a:extLst>
          </p:cNvPr>
          <p:cNvGrpSpPr/>
          <p:nvPr/>
        </p:nvGrpSpPr>
        <p:grpSpPr>
          <a:xfrm>
            <a:off x="861962" y="837654"/>
            <a:ext cx="10317316" cy="2033365"/>
            <a:chOff x="861962" y="837654"/>
            <a:chExt cx="10317316" cy="20333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33AC0A-4F69-D728-B525-D9968BE765B3}"/>
                </a:ext>
              </a:extLst>
            </p:cNvPr>
            <p:cNvSpPr/>
            <p:nvPr/>
          </p:nvSpPr>
          <p:spPr>
            <a:xfrm>
              <a:off x="861962" y="837654"/>
              <a:ext cx="10317316" cy="203336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2C39A73-3818-F6C4-A5C4-55B85A7EC90A}"/>
                </a:ext>
              </a:extLst>
            </p:cNvPr>
            <p:cNvSpPr/>
            <p:nvPr/>
          </p:nvSpPr>
          <p:spPr>
            <a:xfrm>
              <a:off x="867093" y="947136"/>
              <a:ext cx="2333184" cy="907200"/>
            </a:xfrm>
            <a:custGeom>
              <a:avLst/>
              <a:gdLst>
                <a:gd name="csX0" fmla="*/ 0 w 2333184"/>
                <a:gd name="csY0" fmla="*/ 90720 h 907200"/>
                <a:gd name="csX1" fmla="*/ 90720 w 2333184"/>
                <a:gd name="csY1" fmla="*/ 0 h 907200"/>
                <a:gd name="csX2" fmla="*/ 2242464 w 2333184"/>
                <a:gd name="csY2" fmla="*/ 0 h 907200"/>
                <a:gd name="csX3" fmla="*/ 2333184 w 2333184"/>
                <a:gd name="csY3" fmla="*/ 90720 h 907200"/>
                <a:gd name="csX4" fmla="*/ 2333184 w 2333184"/>
                <a:gd name="csY4" fmla="*/ 816480 h 907200"/>
                <a:gd name="csX5" fmla="*/ 2242464 w 2333184"/>
                <a:gd name="csY5" fmla="*/ 907200 h 907200"/>
                <a:gd name="csX6" fmla="*/ 90720 w 2333184"/>
                <a:gd name="csY6" fmla="*/ 907200 h 907200"/>
                <a:gd name="csX7" fmla="*/ 0 w 2333184"/>
                <a:gd name="csY7" fmla="*/ 816480 h 907200"/>
                <a:gd name="csX8" fmla="*/ 0 w 2333184"/>
                <a:gd name="csY8" fmla="*/ 90720 h 907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33184" h="907200">
                  <a:moveTo>
                    <a:pt x="0" y="90720"/>
                  </a:moveTo>
                  <a:cubicBezTo>
                    <a:pt x="0" y="40617"/>
                    <a:pt x="40617" y="0"/>
                    <a:pt x="90720" y="0"/>
                  </a:cubicBezTo>
                  <a:lnTo>
                    <a:pt x="2242464" y="0"/>
                  </a:lnTo>
                  <a:cubicBezTo>
                    <a:pt x="2292567" y="0"/>
                    <a:pt x="2333184" y="40617"/>
                    <a:pt x="2333184" y="90720"/>
                  </a:cubicBezTo>
                  <a:lnTo>
                    <a:pt x="2333184" y="816480"/>
                  </a:lnTo>
                  <a:cubicBezTo>
                    <a:pt x="2333184" y="866583"/>
                    <a:pt x="2292567" y="907200"/>
                    <a:pt x="2242464" y="907200"/>
                  </a:cubicBezTo>
                  <a:lnTo>
                    <a:pt x="90720" y="907200"/>
                  </a:lnTo>
                  <a:cubicBezTo>
                    <a:pt x="40617" y="907200"/>
                    <a:pt x="0" y="866583"/>
                    <a:pt x="0" y="816480"/>
                  </a:cubicBezTo>
                  <a:lnTo>
                    <a:pt x="0" y="9072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149352" tIns="149352" rIns="149352" bIns="38241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Input</a:t>
              </a: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4AB0B7F-878A-4CE4-DF6A-72D59CE40859}"/>
                </a:ext>
              </a:extLst>
            </p:cNvPr>
            <p:cNvSpPr/>
            <p:nvPr/>
          </p:nvSpPr>
          <p:spPr>
            <a:xfrm>
              <a:off x="1344974" y="1551935"/>
              <a:ext cx="2333184" cy="994619"/>
            </a:xfrm>
            <a:custGeom>
              <a:avLst/>
              <a:gdLst>
                <a:gd name="csX0" fmla="*/ 0 w 2333184"/>
                <a:gd name="csY0" fmla="*/ 120960 h 1209600"/>
                <a:gd name="csX1" fmla="*/ 120960 w 2333184"/>
                <a:gd name="csY1" fmla="*/ 0 h 1209600"/>
                <a:gd name="csX2" fmla="*/ 2212224 w 2333184"/>
                <a:gd name="csY2" fmla="*/ 0 h 1209600"/>
                <a:gd name="csX3" fmla="*/ 2333184 w 2333184"/>
                <a:gd name="csY3" fmla="*/ 120960 h 1209600"/>
                <a:gd name="csX4" fmla="*/ 2333184 w 2333184"/>
                <a:gd name="csY4" fmla="*/ 1088640 h 1209600"/>
                <a:gd name="csX5" fmla="*/ 2212224 w 2333184"/>
                <a:gd name="csY5" fmla="*/ 1209600 h 1209600"/>
                <a:gd name="csX6" fmla="*/ 120960 w 2333184"/>
                <a:gd name="csY6" fmla="*/ 1209600 h 1209600"/>
                <a:gd name="csX7" fmla="*/ 0 w 2333184"/>
                <a:gd name="csY7" fmla="*/ 1088640 h 1209600"/>
                <a:gd name="csX8" fmla="*/ 0 w 2333184"/>
                <a:gd name="csY8" fmla="*/ 120960 h 120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33184" h="1209600">
                  <a:moveTo>
                    <a:pt x="0" y="120960"/>
                  </a:moveTo>
                  <a:cubicBezTo>
                    <a:pt x="0" y="54156"/>
                    <a:pt x="54156" y="0"/>
                    <a:pt x="120960" y="0"/>
                  </a:cubicBezTo>
                  <a:lnTo>
                    <a:pt x="2212224" y="0"/>
                  </a:lnTo>
                  <a:cubicBezTo>
                    <a:pt x="2279028" y="0"/>
                    <a:pt x="2333184" y="54156"/>
                    <a:pt x="2333184" y="120960"/>
                  </a:cubicBezTo>
                  <a:lnTo>
                    <a:pt x="2333184" y="1088640"/>
                  </a:lnTo>
                  <a:cubicBezTo>
                    <a:pt x="2333184" y="1155444"/>
                    <a:pt x="2279028" y="1209600"/>
                    <a:pt x="2212224" y="1209600"/>
                  </a:cubicBezTo>
                  <a:lnTo>
                    <a:pt x="120960" y="1209600"/>
                  </a:lnTo>
                  <a:cubicBezTo>
                    <a:pt x="54156" y="1209600"/>
                    <a:pt x="0" y="1155444"/>
                    <a:pt x="0" y="1088640"/>
                  </a:cubicBezTo>
                  <a:lnTo>
                    <a:pt x="0" y="12096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4780" tIns="184780" rIns="184780" bIns="184780" numCol="1" spcCol="1270" anchor="t" anchorCtr="0">
              <a:noAutofit/>
            </a:bodyPr>
            <a:lstStyle/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100" kern="1200" dirty="0" err="1"/>
                <a:t>Người</a:t>
              </a:r>
              <a:r>
                <a:rPr lang="en-US" sz="2100" kern="1200" dirty="0"/>
                <a:t> </a:t>
              </a:r>
              <a:r>
                <a:rPr lang="en-US" sz="2100" kern="1200" dirty="0" err="1"/>
                <a:t>dùng</a:t>
              </a:r>
              <a:endParaRPr lang="en-US" sz="2100" kern="1200" dirty="0"/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100" kern="1200" dirty="0" err="1"/>
                <a:t>nhập</a:t>
              </a:r>
              <a:r>
                <a:rPr lang="en-US" sz="2100" kern="1200" dirty="0"/>
                <a:t> </a:t>
              </a:r>
              <a:r>
                <a:rPr lang="en-US" sz="2100" kern="1200" dirty="0" err="1"/>
                <a:t>tâm</a:t>
              </a:r>
              <a:r>
                <a:rPr lang="en-US" sz="2100" kern="1200" dirty="0"/>
                <a:t> </a:t>
              </a:r>
              <a:r>
                <a:rPr lang="en-US" sz="2100" kern="1200" dirty="0" err="1"/>
                <a:t>trạng</a:t>
              </a:r>
              <a:r>
                <a:rPr lang="en-US" sz="2100" kern="1200" dirty="0"/>
                <a:t> </a:t>
              </a: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985D8C-0A65-9F1E-94B3-535234B36D78}"/>
                </a:ext>
              </a:extLst>
            </p:cNvPr>
            <p:cNvSpPr/>
            <p:nvPr/>
          </p:nvSpPr>
          <p:spPr>
            <a:xfrm>
              <a:off x="3553980" y="959088"/>
              <a:ext cx="749848" cy="580895"/>
            </a:xfrm>
            <a:custGeom>
              <a:avLst/>
              <a:gdLst>
                <a:gd name="csX0" fmla="*/ 0 w 749848"/>
                <a:gd name="csY0" fmla="*/ 116179 h 580895"/>
                <a:gd name="csX1" fmla="*/ 459401 w 749848"/>
                <a:gd name="csY1" fmla="*/ 116179 h 580895"/>
                <a:gd name="csX2" fmla="*/ 459401 w 749848"/>
                <a:gd name="csY2" fmla="*/ 0 h 580895"/>
                <a:gd name="csX3" fmla="*/ 749848 w 749848"/>
                <a:gd name="csY3" fmla="*/ 290448 h 580895"/>
                <a:gd name="csX4" fmla="*/ 459401 w 749848"/>
                <a:gd name="csY4" fmla="*/ 580895 h 580895"/>
                <a:gd name="csX5" fmla="*/ 459401 w 749848"/>
                <a:gd name="csY5" fmla="*/ 464716 h 580895"/>
                <a:gd name="csX6" fmla="*/ 0 w 749848"/>
                <a:gd name="csY6" fmla="*/ 464716 h 580895"/>
                <a:gd name="csX7" fmla="*/ 0 w 749848"/>
                <a:gd name="csY7" fmla="*/ 116179 h 580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49848" h="580895">
                  <a:moveTo>
                    <a:pt x="0" y="116179"/>
                  </a:moveTo>
                  <a:lnTo>
                    <a:pt x="459401" y="116179"/>
                  </a:lnTo>
                  <a:lnTo>
                    <a:pt x="459401" y="0"/>
                  </a:lnTo>
                  <a:lnTo>
                    <a:pt x="749848" y="290448"/>
                  </a:lnTo>
                  <a:lnTo>
                    <a:pt x="459401" y="580895"/>
                  </a:lnTo>
                  <a:lnTo>
                    <a:pt x="459401" y="464716"/>
                  </a:lnTo>
                  <a:lnTo>
                    <a:pt x="0" y="464716"/>
                  </a:lnTo>
                  <a:lnTo>
                    <a:pt x="0" y="116179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0" tIns="116179" rIns="174268" bIns="116179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700" kern="12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34B106C-D9A5-4EB2-9FE7-DF5E2307EAE6}"/>
                </a:ext>
              </a:extLst>
            </p:cNvPr>
            <p:cNvSpPr/>
            <p:nvPr/>
          </p:nvSpPr>
          <p:spPr>
            <a:xfrm>
              <a:off x="4615087" y="947136"/>
              <a:ext cx="2333184" cy="907200"/>
            </a:xfrm>
            <a:custGeom>
              <a:avLst/>
              <a:gdLst>
                <a:gd name="csX0" fmla="*/ 0 w 2333184"/>
                <a:gd name="csY0" fmla="*/ 90720 h 907200"/>
                <a:gd name="csX1" fmla="*/ 90720 w 2333184"/>
                <a:gd name="csY1" fmla="*/ 0 h 907200"/>
                <a:gd name="csX2" fmla="*/ 2242464 w 2333184"/>
                <a:gd name="csY2" fmla="*/ 0 h 907200"/>
                <a:gd name="csX3" fmla="*/ 2333184 w 2333184"/>
                <a:gd name="csY3" fmla="*/ 90720 h 907200"/>
                <a:gd name="csX4" fmla="*/ 2333184 w 2333184"/>
                <a:gd name="csY4" fmla="*/ 816480 h 907200"/>
                <a:gd name="csX5" fmla="*/ 2242464 w 2333184"/>
                <a:gd name="csY5" fmla="*/ 907200 h 907200"/>
                <a:gd name="csX6" fmla="*/ 90720 w 2333184"/>
                <a:gd name="csY6" fmla="*/ 907200 h 907200"/>
                <a:gd name="csX7" fmla="*/ 0 w 2333184"/>
                <a:gd name="csY7" fmla="*/ 816480 h 907200"/>
                <a:gd name="csX8" fmla="*/ 0 w 2333184"/>
                <a:gd name="csY8" fmla="*/ 90720 h 907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33184" h="907200">
                  <a:moveTo>
                    <a:pt x="0" y="90720"/>
                  </a:moveTo>
                  <a:cubicBezTo>
                    <a:pt x="0" y="40617"/>
                    <a:pt x="40617" y="0"/>
                    <a:pt x="90720" y="0"/>
                  </a:cubicBezTo>
                  <a:lnTo>
                    <a:pt x="2242464" y="0"/>
                  </a:lnTo>
                  <a:cubicBezTo>
                    <a:pt x="2292567" y="0"/>
                    <a:pt x="2333184" y="40617"/>
                    <a:pt x="2333184" y="90720"/>
                  </a:cubicBezTo>
                  <a:lnTo>
                    <a:pt x="2333184" y="816480"/>
                  </a:lnTo>
                  <a:cubicBezTo>
                    <a:pt x="2333184" y="866583"/>
                    <a:pt x="2292567" y="907200"/>
                    <a:pt x="2242464" y="907200"/>
                  </a:cubicBezTo>
                  <a:lnTo>
                    <a:pt x="90720" y="907200"/>
                  </a:lnTo>
                  <a:cubicBezTo>
                    <a:pt x="40617" y="907200"/>
                    <a:pt x="0" y="866583"/>
                    <a:pt x="0" y="816480"/>
                  </a:cubicBezTo>
                  <a:lnTo>
                    <a:pt x="0" y="9072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149352" tIns="149352" rIns="149352" bIns="38241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Embedding</a:t>
              </a: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A580610-1824-061C-5DC3-373DB0F81FCC}"/>
                </a:ext>
              </a:extLst>
            </p:cNvPr>
            <p:cNvSpPr/>
            <p:nvPr/>
          </p:nvSpPr>
          <p:spPr>
            <a:xfrm>
              <a:off x="5092968" y="1551935"/>
              <a:ext cx="2333184" cy="994619"/>
            </a:xfrm>
            <a:custGeom>
              <a:avLst/>
              <a:gdLst>
                <a:gd name="csX0" fmla="*/ 0 w 2333184"/>
                <a:gd name="csY0" fmla="*/ 120960 h 1209600"/>
                <a:gd name="csX1" fmla="*/ 120960 w 2333184"/>
                <a:gd name="csY1" fmla="*/ 0 h 1209600"/>
                <a:gd name="csX2" fmla="*/ 2212224 w 2333184"/>
                <a:gd name="csY2" fmla="*/ 0 h 1209600"/>
                <a:gd name="csX3" fmla="*/ 2333184 w 2333184"/>
                <a:gd name="csY3" fmla="*/ 120960 h 1209600"/>
                <a:gd name="csX4" fmla="*/ 2333184 w 2333184"/>
                <a:gd name="csY4" fmla="*/ 1088640 h 1209600"/>
                <a:gd name="csX5" fmla="*/ 2212224 w 2333184"/>
                <a:gd name="csY5" fmla="*/ 1209600 h 1209600"/>
                <a:gd name="csX6" fmla="*/ 120960 w 2333184"/>
                <a:gd name="csY6" fmla="*/ 1209600 h 1209600"/>
                <a:gd name="csX7" fmla="*/ 0 w 2333184"/>
                <a:gd name="csY7" fmla="*/ 1088640 h 1209600"/>
                <a:gd name="csX8" fmla="*/ 0 w 2333184"/>
                <a:gd name="csY8" fmla="*/ 120960 h 120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33184" h="1209600">
                  <a:moveTo>
                    <a:pt x="0" y="120960"/>
                  </a:moveTo>
                  <a:cubicBezTo>
                    <a:pt x="0" y="54156"/>
                    <a:pt x="54156" y="0"/>
                    <a:pt x="120960" y="0"/>
                  </a:cubicBezTo>
                  <a:lnTo>
                    <a:pt x="2212224" y="0"/>
                  </a:lnTo>
                  <a:cubicBezTo>
                    <a:pt x="2279028" y="0"/>
                    <a:pt x="2333184" y="54156"/>
                    <a:pt x="2333184" y="120960"/>
                  </a:cubicBezTo>
                  <a:lnTo>
                    <a:pt x="2333184" y="1088640"/>
                  </a:lnTo>
                  <a:cubicBezTo>
                    <a:pt x="2333184" y="1155444"/>
                    <a:pt x="2279028" y="1209600"/>
                    <a:pt x="2212224" y="1209600"/>
                  </a:cubicBezTo>
                  <a:lnTo>
                    <a:pt x="120960" y="1209600"/>
                  </a:lnTo>
                  <a:cubicBezTo>
                    <a:pt x="54156" y="1209600"/>
                    <a:pt x="0" y="1155444"/>
                    <a:pt x="0" y="1088640"/>
                  </a:cubicBezTo>
                  <a:lnTo>
                    <a:pt x="0" y="12096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3444" tIns="163444" rIns="163444" bIns="163444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800" kern="1200" dirty="0" err="1"/>
                <a:t>Chuyển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văn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bản</a:t>
              </a:r>
              <a:endParaRPr lang="en-US" sz="18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800" kern="1200" dirty="0" err="1"/>
                <a:t>thành</a:t>
              </a:r>
              <a:r>
                <a:rPr lang="en-US" sz="1800" kern="1200" dirty="0"/>
                <a:t> vector </a:t>
              </a:r>
              <a:r>
                <a:rPr lang="en-US" sz="1800" kern="1200" dirty="0" err="1"/>
                <a:t>số</a:t>
              </a:r>
              <a:endParaRPr lang="en-US" sz="1800" kern="12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BB8B2CA-E276-75AA-7626-D053966B25A3}"/>
                </a:ext>
              </a:extLst>
            </p:cNvPr>
            <p:cNvSpPr/>
            <p:nvPr/>
          </p:nvSpPr>
          <p:spPr>
            <a:xfrm>
              <a:off x="7301973" y="959088"/>
              <a:ext cx="749848" cy="580895"/>
            </a:xfrm>
            <a:custGeom>
              <a:avLst/>
              <a:gdLst>
                <a:gd name="csX0" fmla="*/ 0 w 749848"/>
                <a:gd name="csY0" fmla="*/ 116179 h 580895"/>
                <a:gd name="csX1" fmla="*/ 459401 w 749848"/>
                <a:gd name="csY1" fmla="*/ 116179 h 580895"/>
                <a:gd name="csX2" fmla="*/ 459401 w 749848"/>
                <a:gd name="csY2" fmla="*/ 0 h 580895"/>
                <a:gd name="csX3" fmla="*/ 749848 w 749848"/>
                <a:gd name="csY3" fmla="*/ 290448 h 580895"/>
                <a:gd name="csX4" fmla="*/ 459401 w 749848"/>
                <a:gd name="csY4" fmla="*/ 580895 h 580895"/>
                <a:gd name="csX5" fmla="*/ 459401 w 749848"/>
                <a:gd name="csY5" fmla="*/ 464716 h 580895"/>
                <a:gd name="csX6" fmla="*/ 0 w 749848"/>
                <a:gd name="csY6" fmla="*/ 464716 h 580895"/>
                <a:gd name="csX7" fmla="*/ 0 w 749848"/>
                <a:gd name="csY7" fmla="*/ 116179 h 580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49848" h="580895">
                  <a:moveTo>
                    <a:pt x="0" y="116179"/>
                  </a:moveTo>
                  <a:lnTo>
                    <a:pt x="459401" y="116179"/>
                  </a:lnTo>
                  <a:lnTo>
                    <a:pt x="459401" y="0"/>
                  </a:lnTo>
                  <a:lnTo>
                    <a:pt x="749848" y="290448"/>
                  </a:lnTo>
                  <a:lnTo>
                    <a:pt x="459401" y="580895"/>
                  </a:lnTo>
                  <a:lnTo>
                    <a:pt x="459401" y="464716"/>
                  </a:lnTo>
                  <a:lnTo>
                    <a:pt x="0" y="464716"/>
                  </a:lnTo>
                  <a:lnTo>
                    <a:pt x="0" y="116179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0" tIns="116179" rIns="174268" bIns="116179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700" kern="120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0A200EE-3AA1-4864-5D32-BE3B1A0189AF}"/>
                </a:ext>
              </a:extLst>
            </p:cNvPr>
            <p:cNvSpPr/>
            <p:nvPr/>
          </p:nvSpPr>
          <p:spPr>
            <a:xfrm>
              <a:off x="8363080" y="947136"/>
              <a:ext cx="2333184" cy="907200"/>
            </a:xfrm>
            <a:custGeom>
              <a:avLst/>
              <a:gdLst>
                <a:gd name="csX0" fmla="*/ 0 w 2333184"/>
                <a:gd name="csY0" fmla="*/ 90720 h 907200"/>
                <a:gd name="csX1" fmla="*/ 90720 w 2333184"/>
                <a:gd name="csY1" fmla="*/ 0 h 907200"/>
                <a:gd name="csX2" fmla="*/ 2242464 w 2333184"/>
                <a:gd name="csY2" fmla="*/ 0 h 907200"/>
                <a:gd name="csX3" fmla="*/ 2333184 w 2333184"/>
                <a:gd name="csY3" fmla="*/ 90720 h 907200"/>
                <a:gd name="csX4" fmla="*/ 2333184 w 2333184"/>
                <a:gd name="csY4" fmla="*/ 816480 h 907200"/>
                <a:gd name="csX5" fmla="*/ 2242464 w 2333184"/>
                <a:gd name="csY5" fmla="*/ 907200 h 907200"/>
                <a:gd name="csX6" fmla="*/ 90720 w 2333184"/>
                <a:gd name="csY6" fmla="*/ 907200 h 907200"/>
                <a:gd name="csX7" fmla="*/ 0 w 2333184"/>
                <a:gd name="csY7" fmla="*/ 816480 h 907200"/>
                <a:gd name="csX8" fmla="*/ 0 w 2333184"/>
                <a:gd name="csY8" fmla="*/ 90720 h 907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33184" h="907200">
                  <a:moveTo>
                    <a:pt x="0" y="90720"/>
                  </a:moveTo>
                  <a:cubicBezTo>
                    <a:pt x="0" y="40617"/>
                    <a:pt x="40617" y="0"/>
                    <a:pt x="90720" y="0"/>
                  </a:cubicBezTo>
                  <a:lnTo>
                    <a:pt x="2242464" y="0"/>
                  </a:lnTo>
                  <a:cubicBezTo>
                    <a:pt x="2292567" y="0"/>
                    <a:pt x="2333184" y="40617"/>
                    <a:pt x="2333184" y="90720"/>
                  </a:cubicBezTo>
                  <a:lnTo>
                    <a:pt x="2333184" y="816480"/>
                  </a:lnTo>
                  <a:cubicBezTo>
                    <a:pt x="2333184" y="866583"/>
                    <a:pt x="2292567" y="907200"/>
                    <a:pt x="2242464" y="907200"/>
                  </a:cubicBezTo>
                  <a:lnTo>
                    <a:pt x="90720" y="907200"/>
                  </a:lnTo>
                  <a:cubicBezTo>
                    <a:pt x="40617" y="907200"/>
                    <a:pt x="0" y="866583"/>
                    <a:pt x="0" y="816480"/>
                  </a:cubicBezTo>
                  <a:lnTo>
                    <a:pt x="0" y="9072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149352" tIns="149352" rIns="149352" bIns="382410" numCol="1" spcCol="1270" anchor="t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Semantic Search</a:t>
              </a: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F2B45D6-6711-719F-300E-0F249A430E66}"/>
                </a:ext>
              </a:extLst>
            </p:cNvPr>
            <p:cNvSpPr/>
            <p:nvPr/>
          </p:nvSpPr>
          <p:spPr>
            <a:xfrm>
              <a:off x="8840962" y="1551935"/>
              <a:ext cx="2333184" cy="994619"/>
            </a:xfrm>
            <a:custGeom>
              <a:avLst/>
              <a:gdLst>
                <a:gd name="csX0" fmla="*/ 0 w 2333184"/>
                <a:gd name="csY0" fmla="*/ 120960 h 1209600"/>
                <a:gd name="csX1" fmla="*/ 120960 w 2333184"/>
                <a:gd name="csY1" fmla="*/ 0 h 1209600"/>
                <a:gd name="csX2" fmla="*/ 2212224 w 2333184"/>
                <a:gd name="csY2" fmla="*/ 0 h 1209600"/>
                <a:gd name="csX3" fmla="*/ 2333184 w 2333184"/>
                <a:gd name="csY3" fmla="*/ 120960 h 1209600"/>
                <a:gd name="csX4" fmla="*/ 2333184 w 2333184"/>
                <a:gd name="csY4" fmla="*/ 1088640 h 1209600"/>
                <a:gd name="csX5" fmla="*/ 2212224 w 2333184"/>
                <a:gd name="csY5" fmla="*/ 1209600 h 1209600"/>
                <a:gd name="csX6" fmla="*/ 120960 w 2333184"/>
                <a:gd name="csY6" fmla="*/ 1209600 h 1209600"/>
                <a:gd name="csX7" fmla="*/ 0 w 2333184"/>
                <a:gd name="csY7" fmla="*/ 1088640 h 1209600"/>
                <a:gd name="csX8" fmla="*/ 0 w 2333184"/>
                <a:gd name="csY8" fmla="*/ 120960 h 120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333184" h="1209600">
                  <a:moveTo>
                    <a:pt x="0" y="120960"/>
                  </a:moveTo>
                  <a:cubicBezTo>
                    <a:pt x="0" y="54156"/>
                    <a:pt x="54156" y="0"/>
                    <a:pt x="120960" y="0"/>
                  </a:cubicBezTo>
                  <a:lnTo>
                    <a:pt x="2212224" y="0"/>
                  </a:lnTo>
                  <a:cubicBezTo>
                    <a:pt x="2279028" y="0"/>
                    <a:pt x="2333184" y="54156"/>
                    <a:pt x="2333184" y="120960"/>
                  </a:cubicBezTo>
                  <a:lnTo>
                    <a:pt x="2333184" y="1088640"/>
                  </a:lnTo>
                  <a:cubicBezTo>
                    <a:pt x="2333184" y="1155444"/>
                    <a:pt x="2279028" y="1209600"/>
                    <a:pt x="2212224" y="1209600"/>
                  </a:cubicBezTo>
                  <a:lnTo>
                    <a:pt x="120960" y="1209600"/>
                  </a:lnTo>
                  <a:cubicBezTo>
                    <a:pt x="54156" y="1209600"/>
                    <a:pt x="0" y="1155444"/>
                    <a:pt x="0" y="1088640"/>
                  </a:cubicBezTo>
                  <a:lnTo>
                    <a:pt x="0" y="12096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3444" tIns="163444" rIns="163444" bIns="163444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800" kern="1200" dirty="0"/>
                <a:t>Vector </a:t>
              </a:r>
              <a:r>
                <a:rPr lang="en-US" sz="1800" kern="1200" dirty="0" err="1"/>
                <a:t>câu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hỏi</a:t>
              </a:r>
              <a:endParaRPr lang="en-US" sz="18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800" kern="1200" dirty="0" err="1"/>
                <a:t>được</a:t>
              </a:r>
              <a:r>
                <a:rPr lang="en-US" sz="1800" kern="1200" dirty="0"/>
                <a:t> so </a:t>
              </a:r>
              <a:r>
                <a:rPr lang="en-US" sz="1800" kern="1200" dirty="0" err="1"/>
                <a:t>sánh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với</a:t>
              </a:r>
              <a:endParaRPr lang="en-US" sz="18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800" kern="1200" dirty="0"/>
                <a:t>vector </a:t>
              </a:r>
              <a:r>
                <a:rPr lang="en-US" sz="1800" kern="1200" dirty="0" err="1"/>
                <a:t>bài</a:t>
              </a:r>
              <a:r>
                <a:rPr lang="en-US" sz="1800" kern="1200" dirty="0"/>
                <a:t> </a:t>
              </a:r>
              <a:r>
                <a:rPr lang="en-US" sz="1800" kern="1200" dirty="0" err="1"/>
                <a:t>hát</a:t>
              </a:r>
              <a:endParaRPr lang="en-US" sz="1800" kern="1200" dirty="0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69B94A55-A183-AB1D-997B-C8A768F0BE64}"/>
              </a:ext>
            </a:extLst>
          </p:cNvPr>
          <p:cNvSpPr/>
          <p:nvPr/>
        </p:nvSpPr>
        <p:spPr>
          <a:xfrm>
            <a:off x="4440905" y="3752701"/>
            <a:ext cx="6738373" cy="244378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A4BA76E-A0FA-09B2-BFA8-EA2C53045A79}"/>
              </a:ext>
            </a:extLst>
          </p:cNvPr>
          <p:cNvSpPr/>
          <p:nvPr/>
        </p:nvSpPr>
        <p:spPr>
          <a:xfrm>
            <a:off x="4515810" y="3937794"/>
            <a:ext cx="2322867" cy="899678"/>
          </a:xfrm>
          <a:custGeom>
            <a:avLst/>
            <a:gdLst>
              <a:gd name="csX0" fmla="*/ 0 w 2394984"/>
              <a:gd name="csY0" fmla="*/ 103680 h 1036799"/>
              <a:gd name="csX1" fmla="*/ 103680 w 2394984"/>
              <a:gd name="csY1" fmla="*/ 0 h 1036799"/>
              <a:gd name="csX2" fmla="*/ 2291304 w 2394984"/>
              <a:gd name="csY2" fmla="*/ 0 h 1036799"/>
              <a:gd name="csX3" fmla="*/ 2394984 w 2394984"/>
              <a:gd name="csY3" fmla="*/ 103680 h 1036799"/>
              <a:gd name="csX4" fmla="*/ 2394984 w 2394984"/>
              <a:gd name="csY4" fmla="*/ 933119 h 1036799"/>
              <a:gd name="csX5" fmla="*/ 2291304 w 2394984"/>
              <a:gd name="csY5" fmla="*/ 1036799 h 1036799"/>
              <a:gd name="csX6" fmla="*/ 103680 w 2394984"/>
              <a:gd name="csY6" fmla="*/ 1036799 h 1036799"/>
              <a:gd name="csX7" fmla="*/ 0 w 2394984"/>
              <a:gd name="csY7" fmla="*/ 933119 h 1036799"/>
              <a:gd name="csX8" fmla="*/ 0 w 2394984"/>
              <a:gd name="csY8" fmla="*/ 103680 h 103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94984" h="1036799">
                <a:moveTo>
                  <a:pt x="0" y="103680"/>
                </a:moveTo>
                <a:cubicBezTo>
                  <a:pt x="0" y="46419"/>
                  <a:pt x="46419" y="0"/>
                  <a:pt x="103680" y="0"/>
                </a:cubicBezTo>
                <a:lnTo>
                  <a:pt x="2291304" y="0"/>
                </a:lnTo>
                <a:cubicBezTo>
                  <a:pt x="2348565" y="0"/>
                  <a:pt x="2394984" y="46419"/>
                  <a:pt x="2394984" y="103680"/>
                </a:cubicBezTo>
                <a:lnTo>
                  <a:pt x="2394984" y="933119"/>
                </a:lnTo>
                <a:cubicBezTo>
                  <a:pt x="2394984" y="990380"/>
                  <a:pt x="2348565" y="1036799"/>
                  <a:pt x="2291304" y="1036799"/>
                </a:cubicBezTo>
                <a:lnTo>
                  <a:pt x="103680" y="1036799"/>
                </a:lnTo>
                <a:cubicBezTo>
                  <a:pt x="46419" y="1036799"/>
                  <a:pt x="0" y="990380"/>
                  <a:pt x="0" y="933119"/>
                </a:cubicBezTo>
                <a:lnTo>
                  <a:pt x="0" y="10368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42240" tIns="142240" rIns="142240" bIns="421799" numCol="1" spcCol="1270" anchor="t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Output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9C1F7B1-96D3-F106-2EDF-15B02C4A9859}"/>
              </a:ext>
            </a:extLst>
          </p:cNvPr>
          <p:cNvSpPr/>
          <p:nvPr/>
        </p:nvSpPr>
        <p:spPr>
          <a:xfrm>
            <a:off x="4990252" y="4581534"/>
            <a:ext cx="2336625" cy="1083549"/>
          </a:xfrm>
          <a:custGeom>
            <a:avLst/>
            <a:gdLst>
              <a:gd name="csX0" fmla="*/ 0 w 2394984"/>
              <a:gd name="csY0" fmla="*/ 138240 h 1382400"/>
              <a:gd name="csX1" fmla="*/ 138240 w 2394984"/>
              <a:gd name="csY1" fmla="*/ 0 h 1382400"/>
              <a:gd name="csX2" fmla="*/ 2256744 w 2394984"/>
              <a:gd name="csY2" fmla="*/ 0 h 1382400"/>
              <a:gd name="csX3" fmla="*/ 2394984 w 2394984"/>
              <a:gd name="csY3" fmla="*/ 138240 h 1382400"/>
              <a:gd name="csX4" fmla="*/ 2394984 w 2394984"/>
              <a:gd name="csY4" fmla="*/ 1244160 h 1382400"/>
              <a:gd name="csX5" fmla="*/ 2256744 w 2394984"/>
              <a:gd name="csY5" fmla="*/ 1382400 h 1382400"/>
              <a:gd name="csX6" fmla="*/ 138240 w 2394984"/>
              <a:gd name="csY6" fmla="*/ 1382400 h 1382400"/>
              <a:gd name="csX7" fmla="*/ 0 w 2394984"/>
              <a:gd name="csY7" fmla="*/ 1244160 h 1382400"/>
              <a:gd name="csX8" fmla="*/ 0 w 2394984"/>
              <a:gd name="csY8" fmla="*/ 138240 h 138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94984" h="1382400">
                <a:moveTo>
                  <a:pt x="0" y="138240"/>
                </a:moveTo>
                <a:cubicBezTo>
                  <a:pt x="0" y="61892"/>
                  <a:pt x="61892" y="0"/>
                  <a:pt x="138240" y="0"/>
                </a:cubicBezTo>
                <a:lnTo>
                  <a:pt x="2256744" y="0"/>
                </a:lnTo>
                <a:cubicBezTo>
                  <a:pt x="2333092" y="0"/>
                  <a:pt x="2394984" y="61892"/>
                  <a:pt x="2394984" y="138240"/>
                </a:cubicBezTo>
                <a:lnTo>
                  <a:pt x="2394984" y="1244160"/>
                </a:lnTo>
                <a:cubicBezTo>
                  <a:pt x="2394984" y="1320508"/>
                  <a:pt x="2333092" y="1382400"/>
                  <a:pt x="2256744" y="1382400"/>
                </a:cubicBezTo>
                <a:lnTo>
                  <a:pt x="138240" y="1382400"/>
                </a:lnTo>
                <a:cubicBezTo>
                  <a:pt x="61892" y="1382400"/>
                  <a:pt x="0" y="1320508"/>
                  <a:pt x="0" y="1244160"/>
                </a:cubicBezTo>
                <a:lnTo>
                  <a:pt x="0" y="13824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1177" tIns="211177" rIns="211177" bIns="211177" numCol="1" spcCol="1270" anchor="t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1800" kern="1200" dirty="0"/>
              <a:t>Sinh </a:t>
            </a:r>
            <a:r>
              <a:rPr lang="en-US" sz="1800" kern="1200" dirty="0" err="1"/>
              <a:t>lời</a:t>
            </a:r>
            <a:r>
              <a:rPr lang="en-US" sz="1800" kern="1200" dirty="0"/>
              <a:t> </a:t>
            </a:r>
            <a:r>
              <a:rPr lang="en-US" sz="1800" kern="1200" dirty="0" err="1"/>
              <a:t>dẫn</a:t>
            </a:r>
            <a:r>
              <a:rPr lang="en-US" sz="1800" kern="1200" dirty="0"/>
              <a:t> </a:t>
            </a:r>
            <a:r>
              <a:rPr lang="en-US" sz="1800" kern="1200" dirty="0" err="1"/>
              <a:t>và</a:t>
            </a:r>
            <a:endParaRPr lang="en-US" sz="1800" kern="1200" dirty="0"/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1800" kern="1200" dirty="0" err="1"/>
              <a:t>phát</a:t>
            </a:r>
            <a:r>
              <a:rPr lang="en-US" sz="1800" kern="1200" dirty="0"/>
              <a:t> </a:t>
            </a:r>
            <a:r>
              <a:rPr lang="en-US" sz="1800" kern="1200" dirty="0" err="1"/>
              <a:t>nhạc</a:t>
            </a:r>
            <a:endParaRPr lang="en-US" sz="1800" kern="1200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C20C30A-7B22-7CD4-6033-034C97EFD484}"/>
              </a:ext>
            </a:extLst>
          </p:cNvPr>
          <p:cNvSpPr/>
          <p:nvPr/>
        </p:nvSpPr>
        <p:spPr>
          <a:xfrm rot="10800000">
            <a:off x="7201750" y="3985252"/>
            <a:ext cx="769710" cy="596281"/>
          </a:xfrm>
          <a:custGeom>
            <a:avLst/>
            <a:gdLst>
              <a:gd name="csX0" fmla="*/ 0 w 769710"/>
              <a:gd name="csY0" fmla="*/ 119256 h 596281"/>
              <a:gd name="csX1" fmla="*/ 471570 w 769710"/>
              <a:gd name="csY1" fmla="*/ 119256 h 596281"/>
              <a:gd name="csX2" fmla="*/ 471570 w 769710"/>
              <a:gd name="csY2" fmla="*/ 0 h 596281"/>
              <a:gd name="csX3" fmla="*/ 769710 w 769710"/>
              <a:gd name="csY3" fmla="*/ 298141 h 596281"/>
              <a:gd name="csX4" fmla="*/ 471570 w 769710"/>
              <a:gd name="csY4" fmla="*/ 596281 h 596281"/>
              <a:gd name="csX5" fmla="*/ 471570 w 769710"/>
              <a:gd name="csY5" fmla="*/ 477025 h 596281"/>
              <a:gd name="csX6" fmla="*/ 0 w 769710"/>
              <a:gd name="csY6" fmla="*/ 477025 h 596281"/>
              <a:gd name="csX7" fmla="*/ 0 w 769710"/>
              <a:gd name="csY7" fmla="*/ 119256 h 596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69710" h="596281">
                <a:moveTo>
                  <a:pt x="0" y="119256"/>
                </a:moveTo>
                <a:lnTo>
                  <a:pt x="471570" y="119256"/>
                </a:lnTo>
                <a:lnTo>
                  <a:pt x="471570" y="0"/>
                </a:lnTo>
                <a:lnTo>
                  <a:pt x="769710" y="298141"/>
                </a:lnTo>
                <a:lnTo>
                  <a:pt x="471570" y="596281"/>
                </a:lnTo>
                <a:lnTo>
                  <a:pt x="471570" y="477025"/>
                </a:lnTo>
                <a:lnTo>
                  <a:pt x="0" y="477025"/>
                </a:lnTo>
                <a:lnTo>
                  <a:pt x="0" y="119256"/>
                </a:lnTo>
                <a:close/>
              </a:path>
            </a:pathLst>
          </a:cu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0" vert="horz" wrap="square" lIns="0" tIns="119255" rIns="178884" bIns="119256" numCol="1" spcCol="1270" anchor="ctr" anchorCtr="0">
            <a:noAutofit/>
          </a:bodyPr>
          <a:lstStyle/>
          <a:p>
            <a:pPr marL="0" lvl="0" indent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900" kern="1200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49ECA91-50B8-BEFD-71BE-6BEE2EDC6556}"/>
              </a:ext>
            </a:extLst>
          </p:cNvPr>
          <p:cNvSpPr/>
          <p:nvPr/>
        </p:nvSpPr>
        <p:spPr>
          <a:xfrm>
            <a:off x="8363080" y="3937794"/>
            <a:ext cx="2322867" cy="899678"/>
          </a:xfrm>
          <a:custGeom>
            <a:avLst/>
            <a:gdLst>
              <a:gd name="csX0" fmla="*/ 0 w 2394984"/>
              <a:gd name="csY0" fmla="*/ 103680 h 1036799"/>
              <a:gd name="csX1" fmla="*/ 103680 w 2394984"/>
              <a:gd name="csY1" fmla="*/ 0 h 1036799"/>
              <a:gd name="csX2" fmla="*/ 2291304 w 2394984"/>
              <a:gd name="csY2" fmla="*/ 0 h 1036799"/>
              <a:gd name="csX3" fmla="*/ 2394984 w 2394984"/>
              <a:gd name="csY3" fmla="*/ 103680 h 1036799"/>
              <a:gd name="csX4" fmla="*/ 2394984 w 2394984"/>
              <a:gd name="csY4" fmla="*/ 933119 h 1036799"/>
              <a:gd name="csX5" fmla="*/ 2291304 w 2394984"/>
              <a:gd name="csY5" fmla="*/ 1036799 h 1036799"/>
              <a:gd name="csX6" fmla="*/ 103680 w 2394984"/>
              <a:gd name="csY6" fmla="*/ 1036799 h 1036799"/>
              <a:gd name="csX7" fmla="*/ 0 w 2394984"/>
              <a:gd name="csY7" fmla="*/ 933119 h 1036799"/>
              <a:gd name="csX8" fmla="*/ 0 w 2394984"/>
              <a:gd name="csY8" fmla="*/ 103680 h 103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94984" h="1036799">
                <a:moveTo>
                  <a:pt x="0" y="103680"/>
                </a:moveTo>
                <a:cubicBezTo>
                  <a:pt x="0" y="46419"/>
                  <a:pt x="46419" y="0"/>
                  <a:pt x="103680" y="0"/>
                </a:cubicBezTo>
                <a:lnTo>
                  <a:pt x="2291304" y="0"/>
                </a:lnTo>
                <a:cubicBezTo>
                  <a:pt x="2348565" y="0"/>
                  <a:pt x="2394984" y="46419"/>
                  <a:pt x="2394984" y="103680"/>
                </a:cubicBezTo>
                <a:lnTo>
                  <a:pt x="2394984" y="933119"/>
                </a:lnTo>
                <a:cubicBezTo>
                  <a:pt x="2394984" y="990380"/>
                  <a:pt x="2348565" y="1036799"/>
                  <a:pt x="2291304" y="1036799"/>
                </a:cubicBezTo>
                <a:lnTo>
                  <a:pt x="103680" y="1036799"/>
                </a:lnTo>
                <a:cubicBezTo>
                  <a:pt x="46419" y="1036799"/>
                  <a:pt x="0" y="990380"/>
                  <a:pt x="0" y="933119"/>
                </a:cubicBezTo>
                <a:lnTo>
                  <a:pt x="0" y="10368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42240" tIns="142240" rIns="142240" bIns="421799" numCol="1" spcCol="1270" anchor="t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Smart Shuffle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077BBC3-2E35-F5AE-6548-4E07D2DBCCFF}"/>
              </a:ext>
            </a:extLst>
          </p:cNvPr>
          <p:cNvSpPr/>
          <p:nvPr/>
        </p:nvSpPr>
        <p:spPr>
          <a:xfrm>
            <a:off x="8837521" y="4581534"/>
            <a:ext cx="2336625" cy="1083549"/>
          </a:xfrm>
          <a:custGeom>
            <a:avLst/>
            <a:gdLst>
              <a:gd name="csX0" fmla="*/ 0 w 2394984"/>
              <a:gd name="csY0" fmla="*/ 138240 h 1382400"/>
              <a:gd name="csX1" fmla="*/ 138240 w 2394984"/>
              <a:gd name="csY1" fmla="*/ 0 h 1382400"/>
              <a:gd name="csX2" fmla="*/ 2256744 w 2394984"/>
              <a:gd name="csY2" fmla="*/ 0 h 1382400"/>
              <a:gd name="csX3" fmla="*/ 2394984 w 2394984"/>
              <a:gd name="csY3" fmla="*/ 138240 h 1382400"/>
              <a:gd name="csX4" fmla="*/ 2394984 w 2394984"/>
              <a:gd name="csY4" fmla="*/ 1244160 h 1382400"/>
              <a:gd name="csX5" fmla="*/ 2256744 w 2394984"/>
              <a:gd name="csY5" fmla="*/ 1382400 h 1382400"/>
              <a:gd name="csX6" fmla="*/ 138240 w 2394984"/>
              <a:gd name="csY6" fmla="*/ 1382400 h 1382400"/>
              <a:gd name="csX7" fmla="*/ 0 w 2394984"/>
              <a:gd name="csY7" fmla="*/ 1244160 h 1382400"/>
              <a:gd name="csX8" fmla="*/ 0 w 2394984"/>
              <a:gd name="csY8" fmla="*/ 138240 h 138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94984" h="1382400">
                <a:moveTo>
                  <a:pt x="0" y="138240"/>
                </a:moveTo>
                <a:cubicBezTo>
                  <a:pt x="0" y="61892"/>
                  <a:pt x="61892" y="0"/>
                  <a:pt x="138240" y="0"/>
                </a:cubicBezTo>
                <a:lnTo>
                  <a:pt x="2256744" y="0"/>
                </a:lnTo>
                <a:cubicBezTo>
                  <a:pt x="2333092" y="0"/>
                  <a:pt x="2394984" y="61892"/>
                  <a:pt x="2394984" y="138240"/>
                </a:cubicBezTo>
                <a:lnTo>
                  <a:pt x="2394984" y="1244160"/>
                </a:lnTo>
                <a:cubicBezTo>
                  <a:pt x="2394984" y="1320508"/>
                  <a:pt x="2333092" y="1382400"/>
                  <a:pt x="2256744" y="1382400"/>
                </a:cubicBezTo>
                <a:lnTo>
                  <a:pt x="138240" y="1382400"/>
                </a:lnTo>
                <a:cubicBezTo>
                  <a:pt x="61892" y="1382400"/>
                  <a:pt x="0" y="1320508"/>
                  <a:pt x="0" y="1244160"/>
                </a:cubicBezTo>
                <a:lnTo>
                  <a:pt x="0" y="13824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1177" tIns="211177" rIns="211177" bIns="211177" numCol="1" spcCol="1270" anchor="t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1800" kern="1200" dirty="0" err="1"/>
              <a:t>Ưu</a:t>
            </a:r>
            <a:r>
              <a:rPr lang="en-US" sz="1800" kern="1200" dirty="0"/>
              <a:t> </a:t>
            </a:r>
            <a:r>
              <a:rPr lang="en-US" sz="1800" kern="1200" dirty="0" err="1"/>
              <a:t>tiên</a:t>
            </a:r>
            <a:r>
              <a:rPr lang="en-US" sz="1800" kern="1200" dirty="0"/>
              <a:t> </a:t>
            </a:r>
            <a:r>
              <a:rPr lang="en-US" sz="1800" kern="1200" dirty="0" err="1"/>
              <a:t>bài</a:t>
            </a:r>
            <a:r>
              <a:rPr lang="en-US" sz="1800" kern="1200" dirty="0"/>
              <a:t> </a:t>
            </a:r>
            <a:r>
              <a:rPr lang="en-US" sz="1800" kern="1200" dirty="0" err="1"/>
              <a:t>chưa</a:t>
            </a:r>
            <a:endParaRPr lang="en-US" sz="1800" kern="1200" dirty="0"/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1800" kern="1200" dirty="0" err="1"/>
              <a:t>nghe</a:t>
            </a:r>
            <a:r>
              <a:rPr lang="en-US" sz="1800" kern="1200" dirty="0"/>
              <a:t>, </a:t>
            </a:r>
            <a:r>
              <a:rPr lang="en-US" sz="1800" kern="1200" dirty="0" err="1"/>
              <a:t>tránh</a:t>
            </a:r>
            <a:r>
              <a:rPr lang="en-US" sz="1800" kern="1200" dirty="0"/>
              <a:t> </a:t>
            </a:r>
            <a:r>
              <a:rPr lang="en-US" sz="1800" kern="1200" dirty="0" err="1"/>
              <a:t>lặp</a:t>
            </a:r>
            <a:endParaRPr lang="en-US" sz="1800" kern="1200" dirty="0"/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1800" kern="1200" dirty="0" err="1"/>
              <a:t>bài</a:t>
            </a:r>
            <a:endParaRPr lang="en-US" sz="1800" kern="120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75CA86C-4630-A4B5-F571-984950F47E30}"/>
              </a:ext>
            </a:extLst>
          </p:cNvPr>
          <p:cNvSpPr/>
          <p:nvPr/>
        </p:nvSpPr>
        <p:spPr>
          <a:xfrm rot="5400000">
            <a:off x="9529672" y="2926680"/>
            <a:ext cx="749848" cy="580895"/>
          </a:xfrm>
          <a:custGeom>
            <a:avLst/>
            <a:gdLst>
              <a:gd name="csX0" fmla="*/ 0 w 749848"/>
              <a:gd name="csY0" fmla="*/ 116179 h 580895"/>
              <a:gd name="csX1" fmla="*/ 459401 w 749848"/>
              <a:gd name="csY1" fmla="*/ 116179 h 580895"/>
              <a:gd name="csX2" fmla="*/ 459401 w 749848"/>
              <a:gd name="csY2" fmla="*/ 0 h 580895"/>
              <a:gd name="csX3" fmla="*/ 749848 w 749848"/>
              <a:gd name="csY3" fmla="*/ 290448 h 580895"/>
              <a:gd name="csX4" fmla="*/ 459401 w 749848"/>
              <a:gd name="csY4" fmla="*/ 580895 h 580895"/>
              <a:gd name="csX5" fmla="*/ 459401 w 749848"/>
              <a:gd name="csY5" fmla="*/ 464716 h 580895"/>
              <a:gd name="csX6" fmla="*/ 0 w 749848"/>
              <a:gd name="csY6" fmla="*/ 464716 h 580895"/>
              <a:gd name="csX7" fmla="*/ 0 w 749848"/>
              <a:gd name="csY7" fmla="*/ 116179 h 580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49848" h="580895">
                <a:moveTo>
                  <a:pt x="0" y="116179"/>
                </a:moveTo>
                <a:lnTo>
                  <a:pt x="459401" y="116179"/>
                </a:lnTo>
                <a:lnTo>
                  <a:pt x="459401" y="0"/>
                </a:lnTo>
                <a:lnTo>
                  <a:pt x="749848" y="290448"/>
                </a:lnTo>
                <a:lnTo>
                  <a:pt x="459401" y="580895"/>
                </a:lnTo>
                <a:lnTo>
                  <a:pt x="459401" y="464716"/>
                </a:lnTo>
                <a:lnTo>
                  <a:pt x="0" y="464716"/>
                </a:lnTo>
                <a:lnTo>
                  <a:pt x="0" y="116179"/>
                </a:lnTo>
                <a:close/>
              </a:path>
            </a:pathLst>
          </a:cu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0" vert="horz" wrap="square" lIns="0" tIns="116179" rIns="174268" bIns="116179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700" kern="1200" dirty="0"/>
          </a:p>
        </p:txBody>
      </p:sp>
    </p:spTree>
    <p:extLst>
      <p:ext uri="{BB962C8B-B14F-4D97-AF65-F5344CB8AC3E}">
        <p14:creationId xmlns:p14="http://schemas.microsoft.com/office/powerpoint/2010/main" val="3980376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87B2-1818-7269-09D8-FF5A1759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341739-654F-2949-9DC2-E1ED94D2724A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3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 QUY TRÌNH THỰC HIỆN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BFF40-9BCC-D25D-2609-4679C08964BB}"/>
              </a:ext>
            </a:extLst>
          </p:cNvPr>
          <p:cNvSpPr txBox="1"/>
          <p:nvPr/>
        </p:nvSpPr>
        <p:spPr>
          <a:xfrm>
            <a:off x="396240" y="894074"/>
            <a:ext cx="11078584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vi-VN" sz="2400" b="1" spc="200" dirty="0">
                <a:solidFill>
                  <a:schemeClr val="bg1"/>
                </a:solidFill>
              </a:rPr>
              <a:t>QUÁ TRÌNH EMBEDDING</a:t>
            </a:r>
            <a:endParaRPr lang="en-US" sz="2400" b="1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2400" spc="200" dirty="0">
                <a:solidFill>
                  <a:schemeClr val="bg1"/>
                </a:solidFill>
              </a:rPr>
              <a:t>1.Định </a:t>
            </a:r>
            <a:r>
              <a:rPr lang="en-US" sz="2400" spc="200" dirty="0" err="1">
                <a:solidFill>
                  <a:schemeClr val="bg1"/>
                </a:solidFill>
              </a:rPr>
              <a:t>nghĩa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2400" spc="200" dirty="0">
                <a:solidFill>
                  <a:schemeClr val="bg1"/>
                </a:solidFill>
              </a:rPr>
              <a:t>Embedding </a:t>
            </a:r>
            <a:r>
              <a:rPr lang="en-US" sz="2400" spc="200" dirty="0" err="1">
                <a:solidFill>
                  <a:schemeClr val="bg1"/>
                </a:solidFill>
              </a:rPr>
              <a:t>là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kỹ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thuật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chuyển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đổi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văn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bản</a:t>
            </a:r>
            <a:r>
              <a:rPr lang="en-US" sz="2400" spc="200" dirty="0">
                <a:solidFill>
                  <a:schemeClr val="bg1"/>
                </a:solidFill>
              </a:rPr>
              <a:t> (</a:t>
            </a:r>
            <a:r>
              <a:rPr lang="en-US" sz="2400" spc="200" dirty="0" err="1">
                <a:solidFill>
                  <a:schemeClr val="bg1"/>
                </a:solidFill>
              </a:rPr>
              <a:t>từ</a:t>
            </a:r>
            <a:r>
              <a:rPr lang="en-US" sz="2400" spc="200" dirty="0">
                <a:solidFill>
                  <a:schemeClr val="bg1"/>
                </a:solidFill>
              </a:rPr>
              <a:t>, </a:t>
            </a:r>
            <a:r>
              <a:rPr lang="en-US" sz="2400" spc="200" dirty="0" err="1">
                <a:solidFill>
                  <a:schemeClr val="bg1"/>
                </a:solidFill>
              </a:rPr>
              <a:t>câu</a:t>
            </a:r>
            <a:r>
              <a:rPr lang="en-US" sz="2400" spc="200" dirty="0">
                <a:solidFill>
                  <a:schemeClr val="bg1"/>
                </a:solidFill>
              </a:rPr>
              <a:t>, </a:t>
            </a:r>
            <a:r>
              <a:rPr lang="en-US" sz="2400" spc="200" dirty="0" err="1">
                <a:solidFill>
                  <a:schemeClr val="bg1"/>
                </a:solidFill>
              </a:rPr>
              <a:t>đoạn</a:t>
            </a:r>
            <a:r>
              <a:rPr lang="en-US" sz="2400" spc="200" dirty="0">
                <a:solidFill>
                  <a:schemeClr val="bg1"/>
                </a:solidFill>
              </a:rPr>
              <a:t>) </a:t>
            </a:r>
            <a:r>
              <a:rPr lang="en-US" sz="2400" spc="200" dirty="0" err="1">
                <a:solidFill>
                  <a:schemeClr val="bg1"/>
                </a:solidFill>
              </a:rPr>
              <a:t>thành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các</a:t>
            </a:r>
            <a:r>
              <a:rPr lang="en-US" sz="2400" spc="200" dirty="0">
                <a:solidFill>
                  <a:schemeClr val="bg1"/>
                </a:solidFill>
              </a:rPr>
              <a:t> vector </a:t>
            </a:r>
            <a:r>
              <a:rPr lang="en-US" sz="2400" spc="200" dirty="0" err="1">
                <a:solidFill>
                  <a:schemeClr val="bg1"/>
                </a:solidFill>
              </a:rPr>
              <a:t>số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học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trong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không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gian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nhiều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chiều</a:t>
            </a:r>
            <a:r>
              <a:rPr lang="en-US" sz="2400" spc="200" dirty="0">
                <a:solidFill>
                  <a:schemeClr val="bg1"/>
                </a:solidFill>
              </a:rPr>
              <a:t>.</a:t>
            </a:r>
          </a:p>
          <a:p>
            <a:pPr algn="just">
              <a:spcAft>
                <a:spcPts val="600"/>
              </a:spcAft>
            </a:pPr>
            <a:r>
              <a:rPr lang="en-US" sz="2400" spc="200" dirty="0" err="1">
                <a:solidFill>
                  <a:schemeClr val="bg1"/>
                </a:solidFill>
              </a:rPr>
              <a:t>Ví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dụ</a:t>
            </a:r>
            <a:r>
              <a:rPr lang="en-US" sz="2400" spc="200" dirty="0">
                <a:solidFill>
                  <a:schemeClr val="bg1"/>
                </a:solidFill>
              </a:rPr>
              <a:t>: “</a:t>
            </a:r>
            <a:r>
              <a:rPr lang="en-US" sz="2400" spc="200" dirty="0" err="1">
                <a:solidFill>
                  <a:schemeClr val="bg1"/>
                </a:solidFill>
              </a:rPr>
              <a:t>Tôi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buồn</a:t>
            </a:r>
            <a:r>
              <a:rPr lang="en-US" sz="2400" spc="200" dirty="0">
                <a:solidFill>
                  <a:schemeClr val="bg1"/>
                </a:solidFill>
              </a:rPr>
              <a:t>” </a:t>
            </a:r>
            <a:r>
              <a:rPr lang="en-US" sz="2400" spc="200" dirty="0" err="1">
                <a:solidFill>
                  <a:schemeClr val="bg1"/>
                </a:solidFill>
              </a:rPr>
              <a:t>được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chuyển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thành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một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dãy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số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gồm</a:t>
            </a:r>
            <a:r>
              <a:rPr lang="en-US" sz="2400" spc="200" dirty="0">
                <a:solidFill>
                  <a:schemeClr val="bg1"/>
                </a:solidFill>
              </a:rPr>
              <a:t> 768 con </a:t>
            </a:r>
            <a:r>
              <a:rPr lang="en-US" sz="2400" spc="200" dirty="0" err="1">
                <a:solidFill>
                  <a:schemeClr val="bg1"/>
                </a:solidFill>
              </a:rPr>
              <a:t>số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2400" spc="200" dirty="0">
                <a:solidFill>
                  <a:schemeClr val="bg1"/>
                </a:solidFill>
              </a:rPr>
              <a:t>2.</a:t>
            </a:r>
            <a:r>
              <a:rPr lang="vi-VN" sz="2400" spc="200" dirty="0">
                <a:solidFill>
                  <a:schemeClr val="bg1"/>
                </a:solidFill>
              </a:rPr>
              <a:t>Vai trò trong hệ thống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Biểu diễn cảm xúc người dùng và bài hát dưới dạng số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Cho phép so sánh mức độ tương đồng cảm xúc</a:t>
            </a:r>
            <a:r>
              <a:rPr lang="en-US" sz="2400" spc="200" dirty="0">
                <a:solidFill>
                  <a:schemeClr val="bg1"/>
                </a:solidFill>
              </a:rPr>
              <a:t>, c</a:t>
            </a:r>
            <a:r>
              <a:rPr lang="vi-VN" sz="2400" spc="200" dirty="0">
                <a:solidFill>
                  <a:schemeClr val="bg1"/>
                </a:solidFill>
              </a:rPr>
              <a:t>ác câu có nghĩa giống nhau sẽ có vector gần nhau trong không gian toán học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vi-VN" sz="2400" spc="200" dirty="0">
                <a:solidFill>
                  <a:schemeClr val="bg1"/>
                </a:solidFill>
              </a:rPr>
              <a:t>Là nền tảng của Semantic Search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457200" indent="-457200" algn="just">
              <a:buAutoNum type="arabicPeriod"/>
            </a:pPr>
            <a:endParaRPr lang="en-US" sz="2400" spc="200" dirty="0">
              <a:solidFill>
                <a:schemeClr val="bg1"/>
              </a:solidFill>
            </a:endParaRPr>
          </a:p>
          <a:p>
            <a:pPr algn="just"/>
            <a:endParaRPr lang="en-US" sz="2400" spc="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5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33431-07FC-FD83-4A92-4AB71F68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C6FD2D-517C-C8D0-F394-88A8B2DDF93F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3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 QUY TRÌNH THỰC HIỆN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046E0-EE0C-096C-CCC3-CD9413E1B8E2}"/>
              </a:ext>
            </a:extLst>
          </p:cNvPr>
          <p:cNvSpPr txBox="1"/>
          <p:nvPr/>
        </p:nvSpPr>
        <p:spPr>
          <a:xfrm>
            <a:off x="255639" y="1145085"/>
            <a:ext cx="1107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spc="200" dirty="0" err="1">
                <a:solidFill>
                  <a:schemeClr val="bg1"/>
                </a:solidFill>
              </a:rPr>
              <a:t>Tại</a:t>
            </a:r>
            <a:r>
              <a:rPr lang="en-US" sz="2400" b="1" spc="200" dirty="0">
                <a:solidFill>
                  <a:schemeClr val="bg1"/>
                </a:solidFill>
              </a:rPr>
              <a:t> </a:t>
            </a:r>
            <a:r>
              <a:rPr lang="en-US" sz="2400" b="1" spc="200" dirty="0" err="1">
                <a:solidFill>
                  <a:schemeClr val="bg1"/>
                </a:solidFill>
              </a:rPr>
              <a:t>sao</a:t>
            </a:r>
            <a:r>
              <a:rPr lang="en-US" sz="2400" b="1" spc="200" dirty="0">
                <a:solidFill>
                  <a:schemeClr val="bg1"/>
                </a:solidFill>
              </a:rPr>
              <a:t> </a:t>
            </a:r>
            <a:r>
              <a:rPr lang="en-US" sz="2400" b="1" spc="200" dirty="0" err="1">
                <a:solidFill>
                  <a:schemeClr val="bg1"/>
                </a:solidFill>
              </a:rPr>
              <a:t>cần</a:t>
            </a:r>
            <a:r>
              <a:rPr lang="en-US" sz="2400" b="1" spc="200" dirty="0">
                <a:solidFill>
                  <a:schemeClr val="bg1"/>
                </a:solidFill>
              </a:rPr>
              <a:t> Embedding?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0A7EE4-614B-253D-0BDC-1A9351B44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86935"/>
              </p:ext>
            </p:extLst>
          </p:nvPr>
        </p:nvGraphicFramePr>
        <p:xfrm>
          <a:off x="255639" y="1775484"/>
          <a:ext cx="11520438" cy="3181488"/>
        </p:xfrm>
        <a:graphic>
          <a:graphicData uri="http://schemas.openxmlformats.org/drawingml/2006/table">
            <a:tbl>
              <a:tblPr/>
              <a:tblGrid>
                <a:gridCol w="3840146">
                  <a:extLst>
                    <a:ext uri="{9D8B030D-6E8A-4147-A177-3AD203B41FA5}">
                      <a16:colId xmlns:a16="http://schemas.microsoft.com/office/drawing/2014/main" val="1043699325"/>
                    </a:ext>
                  </a:extLst>
                </a:gridCol>
                <a:gridCol w="3840146">
                  <a:extLst>
                    <a:ext uri="{9D8B030D-6E8A-4147-A177-3AD203B41FA5}">
                      <a16:colId xmlns:a16="http://schemas.microsoft.com/office/drawing/2014/main" val="1902946854"/>
                    </a:ext>
                  </a:extLst>
                </a:gridCol>
                <a:gridCol w="3840146">
                  <a:extLst>
                    <a:ext uri="{9D8B030D-6E8A-4147-A177-3AD203B41FA5}">
                      <a16:colId xmlns:a16="http://schemas.microsoft.com/office/drawing/2014/main" val="3218103706"/>
                    </a:ext>
                  </a:extLst>
                </a:gridCol>
              </a:tblGrid>
              <a:tr h="53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Lý do</a:t>
                      </a:r>
                      <a:endParaRPr lang="en-US" sz="1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</a:rPr>
                        <a:t>Không dùng Embedding</a:t>
                      </a:r>
                      <a:endParaRPr lang="en-US" sz="1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bg1"/>
                          </a:solidFill>
                        </a:rPr>
                        <a:t>Có Embedding</a:t>
                      </a:r>
                      <a:endParaRPr lang="en-US" sz="19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810298"/>
                  </a:ext>
                </a:extLst>
              </a:tr>
              <a:tr h="53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Biểu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diễn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sz="1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Văn bản, cảm xúc khó xử lý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Vector số học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416469"/>
                  </a:ext>
                </a:extLst>
              </a:tr>
              <a:tr h="53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Khả năng hiểu ngữ nghĩa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Chỉ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 so 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khớp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từ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</a:rPr>
                        <a:t>khóa</a:t>
                      </a:r>
                      <a:endParaRPr lang="en-US" sz="1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Hiểu ý nghĩa cảm xúc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09658"/>
                  </a:ext>
                </a:extLst>
              </a:tr>
              <a:tr h="53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So sánh mức độ giống nhau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900">
                          <a:solidFill>
                            <a:schemeClr val="bg1"/>
                          </a:solidFill>
                        </a:rPr>
                        <a:t>Không đo được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900">
                          <a:solidFill>
                            <a:schemeClr val="bg1"/>
                          </a:solidFill>
                        </a:rPr>
                        <a:t>Đo bằng độ tương đồng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946937"/>
                  </a:ext>
                </a:extLst>
              </a:tr>
              <a:tr h="53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Tìm kiếm bài hát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Kém chính xác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Chính xác theo cảm xúc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935174"/>
                  </a:ext>
                </a:extLst>
              </a:tr>
              <a:tr h="53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Cá nhân hóa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solidFill>
                            <a:schemeClr val="bg1"/>
                          </a:solidFill>
                        </a:rPr>
                        <a:t>Hạn chế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900" dirty="0">
                          <a:solidFill>
                            <a:schemeClr val="bg1"/>
                          </a:solidFill>
                        </a:rPr>
                        <a:t>Linh hoạt, sát người dùng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8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950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6D89-6951-7951-61C2-A8B09DEA1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C8E1E6-BCBD-2D0E-2A19-00CAE4A707AD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3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 QUY TRÌNH THỰC HIỆN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8F319-DC1B-E473-2136-DE5A474A9995}"/>
              </a:ext>
            </a:extLst>
          </p:cNvPr>
          <p:cNvSpPr txBox="1"/>
          <p:nvPr/>
        </p:nvSpPr>
        <p:spPr>
          <a:xfrm>
            <a:off x="396240" y="894074"/>
            <a:ext cx="1107858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400" b="1" spc="200" dirty="0">
                <a:solidFill>
                  <a:schemeClr val="bg1"/>
                </a:solidFill>
              </a:rPr>
              <a:t>Smart Shuffle</a:t>
            </a:r>
          </a:p>
          <a:p>
            <a:pPr algn="just">
              <a:spcAft>
                <a:spcPts val="600"/>
              </a:spcAft>
            </a:pPr>
            <a:r>
              <a:rPr lang="en-US" sz="2400" spc="200" dirty="0">
                <a:solidFill>
                  <a:schemeClr val="bg1"/>
                </a:solidFill>
              </a:rPr>
              <a:t>1.Định </a:t>
            </a:r>
            <a:r>
              <a:rPr lang="en-US" sz="2400" spc="200" dirty="0" err="1">
                <a:solidFill>
                  <a:schemeClr val="bg1"/>
                </a:solidFill>
              </a:rPr>
              <a:t>nghĩa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vi-VN" sz="2400" spc="200" dirty="0">
                <a:solidFill>
                  <a:schemeClr val="bg1"/>
                </a:solidFill>
              </a:rPr>
              <a:t>Smart Shuffle là cơ chế lựa chọn bài hát thông minh, giúp tránh lặp lại bài đã nghe nhưng vẫn giữ đúng cảm xúc người dùng.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2400" spc="200" dirty="0">
                <a:solidFill>
                  <a:schemeClr val="bg1"/>
                </a:solidFill>
              </a:rPr>
              <a:t>2.Mục </a:t>
            </a:r>
            <a:r>
              <a:rPr lang="en-US" sz="2400" spc="200" dirty="0" err="1">
                <a:solidFill>
                  <a:schemeClr val="bg1"/>
                </a:solidFill>
              </a:rPr>
              <a:t>tiêu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400" spc="200" dirty="0" err="1">
                <a:solidFill>
                  <a:schemeClr val="bg1"/>
                </a:solidFill>
              </a:rPr>
              <a:t>Tránh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phát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lại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cùng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một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bài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nhiều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lần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indent="-342900" algn="just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400" spc="200" dirty="0" err="1">
                <a:solidFill>
                  <a:schemeClr val="bg1"/>
                </a:solidFill>
              </a:rPr>
              <a:t>Đảm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bảo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bài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hát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vẫn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phù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hợp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cảm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xúc</a:t>
            </a:r>
            <a:r>
              <a:rPr lang="en-US" sz="2400" spc="200" dirty="0">
                <a:solidFill>
                  <a:schemeClr val="bg1"/>
                </a:solidFill>
              </a:rPr>
              <a:t>, </a:t>
            </a:r>
            <a:r>
              <a:rPr lang="en-US" sz="2400" spc="200" dirty="0" err="1">
                <a:solidFill>
                  <a:schemeClr val="bg1"/>
                </a:solidFill>
              </a:rPr>
              <a:t>giữ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trải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nghiệm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nghe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nhạc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tự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nhiên</a:t>
            </a:r>
            <a:endParaRPr lang="en-US" sz="24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  <a:buClr>
                <a:schemeClr val="bg1"/>
              </a:buClr>
            </a:pPr>
            <a:r>
              <a:rPr lang="en-US" sz="2400" spc="200" dirty="0">
                <a:solidFill>
                  <a:schemeClr val="bg1"/>
                </a:solidFill>
              </a:rPr>
              <a:t>3.Cách </a:t>
            </a:r>
            <a:r>
              <a:rPr lang="en-US" sz="2400" spc="200" dirty="0" err="1">
                <a:solidFill>
                  <a:schemeClr val="bg1"/>
                </a:solidFill>
              </a:rPr>
              <a:t>hoạt</a:t>
            </a:r>
            <a:r>
              <a:rPr lang="en-US" sz="2400" spc="200" dirty="0">
                <a:solidFill>
                  <a:schemeClr val="bg1"/>
                </a:solidFill>
              </a:rPr>
              <a:t> </a:t>
            </a:r>
            <a:r>
              <a:rPr lang="en-US" sz="2400" spc="200" dirty="0" err="1">
                <a:solidFill>
                  <a:schemeClr val="bg1"/>
                </a:solidFill>
              </a:rPr>
              <a:t>động</a:t>
            </a:r>
            <a:endParaRPr lang="en-US" sz="2400" spc="2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Lưu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lại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danh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sách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bài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hát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đã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nghe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Ưu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tiên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chọn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bài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chưa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xuất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hiện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trong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lịch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sử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Nếu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tất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cả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bài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phù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hợp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đã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nghe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cho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phép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phát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lại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bài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phù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hợp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nhất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Aft>
                <a:spcPts val="600"/>
              </a:spcAft>
              <a:buClr>
                <a:schemeClr val="bg1"/>
              </a:buClr>
            </a:pPr>
            <a:r>
              <a:rPr lang="en-US" sz="2400" spc="200" dirty="0">
                <a:solidFill>
                  <a:schemeClr val="bg1"/>
                </a:solidFill>
              </a:rPr>
              <a:t>a</a:t>
            </a:r>
          </a:p>
          <a:p>
            <a:pPr algn="just">
              <a:spcAft>
                <a:spcPts val="600"/>
              </a:spcAft>
            </a:pPr>
            <a:endParaRPr lang="en-US" sz="2400" spc="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970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>
          <a:extLst>
            <a:ext uri="{FF2B5EF4-FFF2-40B4-BE49-F238E27FC236}">
              <a16:creationId xmlns:a16="http://schemas.microsoft.com/office/drawing/2014/main" id="{457E5C64-7448-967E-C8AB-C816CC8D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>
            <a:extLst>
              <a:ext uri="{FF2B5EF4-FFF2-40B4-BE49-F238E27FC236}">
                <a16:creationId xmlns:a16="http://schemas.microsoft.com/office/drawing/2014/main" id="{4E556ACD-F9DE-1A5A-FC5E-83B59CF4897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053781" y="2990933"/>
            <a:ext cx="3221448" cy="111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l"/>
            <a:r>
              <a:rPr lang="en-US" sz="4000" b="1" dirty="0">
                <a:latin typeface="+mn-lt"/>
              </a:rPr>
              <a:t>KẾT QUẢ</a:t>
            </a:r>
            <a:endParaRPr sz="4000" b="1" dirty="0">
              <a:latin typeface="+mn-lt"/>
            </a:endParaRPr>
          </a:p>
        </p:txBody>
      </p:sp>
      <p:sp>
        <p:nvSpPr>
          <p:cNvPr id="690" name="Google Shape;690;p32">
            <a:extLst>
              <a:ext uri="{FF2B5EF4-FFF2-40B4-BE49-F238E27FC236}">
                <a16:creationId xmlns:a16="http://schemas.microsoft.com/office/drawing/2014/main" id="{C26B986C-EB0B-3FD0-A627-02FF711D3A53}"/>
              </a:ext>
            </a:extLst>
          </p:cNvPr>
          <p:cNvSpPr/>
          <p:nvPr/>
        </p:nvSpPr>
        <p:spPr>
          <a:xfrm>
            <a:off x="7710500" y="2491433"/>
            <a:ext cx="1446800" cy="14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sp>
        <p:nvSpPr>
          <p:cNvPr id="691" name="Google Shape;691;p32">
            <a:extLst>
              <a:ext uri="{FF2B5EF4-FFF2-40B4-BE49-F238E27FC236}">
                <a16:creationId xmlns:a16="http://schemas.microsoft.com/office/drawing/2014/main" id="{07C310DA-4A8D-5297-33CA-DC04E2E6EDD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79866" y="2829633"/>
            <a:ext cx="1377433" cy="770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vi-VN" dirty="0">
                <a:solidFill>
                  <a:schemeClr val="dk2"/>
                </a:solidFill>
                <a:latin typeface="+mn-lt"/>
              </a:rPr>
              <a:t>0</a:t>
            </a:r>
            <a:r>
              <a:rPr lang="en-US" dirty="0">
                <a:solidFill>
                  <a:schemeClr val="dk2"/>
                </a:solidFill>
                <a:latin typeface="+mn-lt"/>
              </a:rPr>
              <a:t>4</a:t>
            </a:r>
            <a:endParaRPr dirty="0">
              <a:solidFill>
                <a:schemeClr val="dk2"/>
              </a:solidFill>
              <a:latin typeface="+mn-lt"/>
            </a:endParaRPr>
          </a:p>
        </p:txBody>
      </p:sp>
      <p:sp>
        <p:nvSpPr>
          <p:cNvPr id="692" name="Google Shape;692;p32">
            <a:extLst>
              <a:ext uri="{FF2B5EF4-FFF2-40B4-BE49-F238E27FC236}">
                <a16:creationId xmlns:a16="http://schemas.microsoft.com/office/drawing/2014/main" id="{64811B0E-2402-0C09-F519-405901CEDFEB}"/>
              </a:ext>
            </a:extLst>
          </p:cNvPr>
          <p:cNvSpPr/>
          <p:nvPr/>
        </p:nvSpPr>
        <p:spPr>
          <a:xfrm>
            <a:off x="1827302" y="5158668"/>
            <a:ext cx="8373323" cy="139101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sp>
        <p:nvSpPr>
          <p:cNvPr id="693" name="Google Shape;693;p32">
            <a:extLst>
              <a:ext uri="{FF2B5EF4-FFF2-40B4-BE49-F238E27FC236}">
                <a16:creationId xmlns:a16="http://schemas.microsoft.com/office/drawing/2014/main" id="{4D7CB2DF-0DE1-04FB-0CC8-3ED610E227D6}"/>
              </a:ext>
            </a:extLst>
          </p:cNvPr>
          <p:cNvSpPr/>
          <p:nvPr/>
        </p:nvSpPr>
        <p:spPr>
          <a:xfrm>
            <a:off x="1826601" y="5158668"/>
            <a:ext cx="6765971" cy="139101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89"/>
          </a:p>
        </p:txBody>
      </p:sp>
      <p:cxnSp>
        <p:nvCxnSpPr>
          <p:cNvPr id="694" name="Google Shape;694;p32">
            <a:extLst>
              <a:ext uri="{FF2B5EF4-FFF2-40B4-BE49-F238E27FC236}">
                <a16:creationId xmlns:a16="http://schemas.microsoft.com/office/drawing/2014/main" id="{CDC16FCD-9221-15C2-456C-7C70917E06BF}"/>
              </a:ext>
            </a:extLst>
          </p:cNvPr>
          <p:cNvCxnSpPr>
            <a:stCxn id="690" idx="2"/>
          </p:cNvCxnSpPr>
          <p:nvPr/>
        </p:nvCxnSpPr>
        <p:spPr>
          <a:xfrm>
            <a:off x="8433900" y="3938233"/>
            <a:ext cx="0" cy="130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547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46EB5-E00B-4DF8-B776-F7237039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4099F-BD2E-7B45-70C9-27FE20780499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4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 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KẾT QUẢ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507822-C028-5A8E-B113-46BB16D478EF}"/>
              </a:ext>
            </a:extLst>
          </p:cNvPr>
          <p:cNvSpPr txBox="1"/>
          <p:nvPr/>
        </p:nvSpPr>
        <p:spPr>
          <a:xfrm>
            <a:off x="337247" y="658100"/>
            <a:ext cx="1107858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vi-VN" sz="1800" spc="200" dirty="0">
                <a:solidFill>
                  <a:schemeClr val="bg1"/>
                </a:solidFill>
              </a:rPr>
              <a:t>Input: "Hôm nay mưa to quá, tôi cảm thấy rất nhớ nhà và cô đơn.“</a:t>
            </a:r>
            <a:endParaRPr lang="en-US" sz="1800" spc="200" dirty="0">
              <a:solidFill>
                <a:schemeClr val="bg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1800" spc="200" dirty="0">
                <a:solidFill>
                  <a:schemeClr val="bg1"/>
                </a:solidFill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E1E11-225F-8C20-1D30-026765F19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81" y="1565146"/>
            <a:ext cx="8349037" cy="406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37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D380-7EF2-D6D8-521C-1E4818FE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D43308-944E-A09F-B89D-2384BD23007F}"/>
              </a:ext>
            </a:extLst>
          </p:cNvPr>
          <p:cNvSpPr txBox="1"/>
          <p:nvPr/>
        </p:nvSpPr>
        <p:spPr>
          <a:xfrm>
            <a:off x="101600" y="135775"/>
            <a:ext cx="1209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0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4</a:t>
            </a:r>
            <a:r>
              <a:rPr lang="vi-VN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. </a:t>
            </a:r>
            <a:r>
              <a:rPr lang="en-US" sz="1600" b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KẾT QUẢ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E0699-58CF-10C5-4144-81A5D310E891}"/>
              </a:ext>
            </a:extLst>
          </p:cNvPr>
          <p:cNvSpPr txBox="1"/>
          <p:nvPr/>
        </p:nvSpPr>
        <p:spPr>
          <a:xfrm>
            <a:off x="337248" y="658100"/>
            <a:ext cx="38217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 err="1">
                <a:solidFill>
                  <a:schemeClr val="bg1"/>
                </a:solidFill>
                <a:latin typeface="+mn-lt"/>
              </a:rPr>
              <a:t>Lần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tìm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kiếm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1: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latin typeface="+mn-lt"/>
              </a:rPr>
              <a:t>Input: "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Nhạc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chill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học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bài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"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latin typeface="+mn-lt"/>
              </a:rPr>
              <a:t>Output: Lofi Chill 3AM</a:t>
            </a:r>
          </a:p>
          <a:p>
            <a:pPr lvl="0"/>
            <a:endParaRPr lang="en-US" sz="2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15F2A-5EA9-8704-AFDB-F87C25C18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165310"/>
            <a:ext cx="5315973" cy="2840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05F318-96E5-8093-717E-ACCCCCE575E3}"/>
              </a:ext>
            </a:extLst>
          </p:cNvPr>
          <p:cNvSpPr txBox="1"/>
          <p:nvPr/>
        </p:nvSpPr>
        <p:spPr>
          <a:xfrm>
            <a:off x="6015376" y="608277"/>
            <a:ext cx="60750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 err="1">
                <a:solidFill>
                  <a:schemeClr val="bg1"/>
                </a:solidFill>
                <a:latin typeface="+mn-lt"/>
              </a:rPr>
              <a:t>Lần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tìm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kiếm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2: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latin typeface="+mn-lt"/>
              </a:rPr>
              <a:t>Input: "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Vẫn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muốn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nhạc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chill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để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học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tiếp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“</a:t>
            </a:r>
          </a:p>
          <a:p>
            <a:pPr lvl="0"/>
            <a:r>
              <a:rPr lang="en-US" sz="2000" dirty="0">
                <a:solidFill>
                  <a:schemeClr val="bg1"/>
                </a:solidFill>
                <a:latin typeface="+mn-lt"/>
              </a:rPr>
              <a:t>Output: Piano Spa (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Hoặc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Nhạc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Không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Lời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+mn-lt"/>
              </a:rPr>
              <a:t>Tập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Trung).</a:t>
            </a:r>
          </a:p>
          <a:p>
            <a:pPr lvl="0"/>
            <a:endParaRPr lang="en-US" sz="2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01A724-B994-7A53-26A9-6FD7EFB17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376" y="2165310"/>
            <a:ext cx="5940425" cy="284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30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9FE8F1-2BB5-4DFA-E57F-2F0DEE069D5C}"/>
              </a:ext>
            </a:extLst>
          </p:cNvPr>
          <p:cNvSpPr txBox="1"/>
          <p:nvPr/>
        </p:nvSpPr>
        <p:spPr>
          <a:xfrm>
            <a:off x="0" y="2209186"/>
            <a:ext cx="12192000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vi-VN" sz="6600" b="1" spc="-300" dirty="0">
                <a:solidFill>
                  <a:schemeClr val="bg1"/>
                </a:solidFill>
              </a:rPr>
              <a:t>CẢM ƠN </a:t>
            </a:r>
            <a:r>
              <a:rPr lang="en-US" sz="6600" b="1" spc="-300" dirty="0">
                <a:solidFill>
                  <a:schemeClr val="bg1"/>
                </a:solidFill>
              </a:rPr>
              <a:t>THẦY</a:t>
            </a:r>
            <a:r>
              <a:rPr lang="vi-VN" sz="6600" b="1" spc="-300" dirty="0">
                <a:solidFill>
                  <a:schemeClr val="bg1"/>
                </a:solidFill>
              </a:rPr>
              <a:t> VÀ CÁC BẠN </a:t>
            </a:r>
            <a:br>
              <a:rPr lang="vi-VN" sz="5400" b="1" spc="-150" dirty="0">
                <a:solidFill>
                  <a:schemeClr val="bg1"/>
                </a:solidFill>
              </a:rPr>
            </a:br>
            <a:r>
              <a:rPr lang="vi-VN" sz="5400" b="1" spc="-150" dirty="0">
                <a:solidFill>
                  <a:schemeClr val="bg1"/>
                </a:solidFill>
              </a:rPr>
              <a:t>ĐÃ LẮNG NGHE</a:t>
            </a:r>
            <a:endParaRPr lang="en-US" sz="5400" b="1" spc="-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d0849f-2e89-4ab0-a2df-d3fefbbd305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E02D3FB92C754C84469EC1035A5271" ma:contentTypeVersion="6" ma:contentTypeDescription="Create a new document." ma:contentTypeScope="" ma:versionID="345c3e2b4915679e76c93a42d524fba3">
  <xsd:schema xmlns:xsd="http://www.w3.org/2001/XMLSchema" xmlns:xs="http://www.w3.org/2001/XMLSchema" xmlns:p="http://schemas.microsoft.com/office/2006/metadata/properties" xmlns:ns3="49d0849f-2e89-4ab0-a2df-d3fefbbd305f" targetNamespace="http://schemas.microsoft.com/office/2006/metadata/properties" ma:root="true" ma:fieldsID="01cbea1c2684fe730452067b42498f64" ns3:_="">
    <xsd:import namespace="49d0849f-2e89-4ab0-a2df-d3fefbbd305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0849f-2e89-4ab0-a2df-d3fefbbd305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F7E0-FDF7-4CA3-ACE9-CD0F032FF511}">
  <ds:schemaRefs>
    <ds:schemaRef ds:uri="49d0849f-2e89-4ab0-a2df-d3fefbbd305f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94BFC6E-5657-4E8B-AC6F-F6C1C4EA54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219399-C91C-4D2B-AA21-A6A6526606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0849f-2e89-4ab0-a2df-d3fefbbd30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803</Words>
  <Application>Microsoft Office PowerPoint</Application>
  <PresentationFormat>Widescreen</PresentationFormat>
  <Paragraphs>128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Advent Pro SemiBold</vt:lpstr>
      <vt:lpstr>#9Slide01 Noi dung ngan</vt:lpstr>
      <vt:lpstr>Fira Sans Extra Condensed Medium</vt:lpstr>
      <vt:lpstr>Arial</vt:lpstr>
      <vt:lpstr>Maven Pro</vt:lpstr>
      <vt:lpstr>Share Tech</vt:lpstr>
      <vt:lpstr>Wingdings</vt:lpstr>
      <vt:lpstr>Abadi</vt:lpstr>
      <vt:lpstr>Data Science Consulting by Slidesgo</vt:lpstr>
      <vt:lpstr>GỢI Ý ÂM NHẠC THEO CẢM XÚC</vt:lpstr>
      <vt:lpstr>PowerPoint Presentation</vt:lpstr>
      <vt:lpstr>ĐỀ TÀI</vt:lpstr>
      <vt:lpstr>ĐỀ TÀI</vt:lpstr>
      <vt:lpstr>PowerPoint Presentation</vt:lpstr>
      <vt:lpstr>PowerPoint Presentation</vt:lpstr>
      <vt:lpstr>DỮ LIỆU</vt:lpstr>
      <vt:lpstr>PowerPoint Presentation</vt:lpstr>
      <vt:lpstr>PowerPoint Presentation</vt:lpstr>
      <vt:lpstr>QUY TRÌNH THỰC HIỆN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QUẢ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A50484 NGUYỄN ĐỨC NAM</cp:lastModifiedBy>
  <cp:revision>198</cp:revision>
  <dcterms:modified xsi:type="dcterms:W3CDTF">2026-01-08T03:11:32Z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0x01010013E02D3FB92C754C84469EC1035A5271</vt:lpwstr>
  </property>
  <property fmtid="{D5CDD505-2E9C-101B-9397-08002B2CF9AE}" pid="3" name="MediaServiceImageTags">
    <vt:lpwstr/>
  </property>
</Properties>
</file>